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09" r:id="rId2"/>
    <p:sldId id="314" r:id="rId3"/>
    <p:sldId id="315" r:id="rId4"/>
    <p:sldId id="319" r:id="rId5"/>
    <p:sldId id="320" r:id="rId6"/>
    <p:sldId id="332" r:id="rId7"/>
    <p:sldId id="318" r:id="rId8"/>
    <p:sldId id="322" r:id="rId9"/>
    <p:sldId id="323" r:id="rId10"/>
    <p:sldId id="316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17" r:id="rId20"/>
    <p:sldId id="260" r:id="rId2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EFCEF-50FF-261F-5D22-BE36B9A1DA15}" v="26" dt="2026-05-03T19:20:51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94655"/>
  </p:normalViewPr>
  <p:slideViewPr>
    <p:cSldViewPr>
      <p:cViewPr varScale="1">
        <p:scale>
          <a:sx n="90" d="100"/>
          <a:sy n="90" d="100"/>
        </p:scale>
        <p:origin x="66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úri Sousa" userId="S::iuri.sousa@ipvc.pt::3de42cb5-12ac-4b66-a5ed-f23ce3576805" providerId="AD" clId="Web-{3B610C7B-8C9F-7C3C-6C0C-93638B9BB648}"/>
    <pc:docChg chg="addSld delSld modSld">
      <pc:chgData name="Iúri Sousa" userId="S::iuri.sousa@ipvc.pt::3de42cb5-12ac-4b66-a5ed-f23ce3576805" providerId="AD" clId="Web-{3B610C7B-8C9F-7C3C-6C0C-93638B9BB648}" dt="2026-04-30T18:10:38.106" v="324"/>
      <pc:docMkLst>
        <pc:docMk/>
      </pc:docMkLst>
      <pc:sldChg chg="addSp delSp">
        <pc:chgData name="Iúri Sousa" userId="S::iuri.sousa@ipvc.pt::3de42cb5-12ac-4b66-a5ed-f23ce3576805" providerId="AD" clId="Web-{3B610C7B-8C9F-7C3C-6C0C-93638B9BB648}" dt="2026-04-30T11:31:34.944" v="8"/>
        <pc:sldMkLst>
          <pc:docMk/>
          <pc:sldMk cId="3765736649" sldId="314"/>
        </pc:sldMkLst>
        <pc:graphicFrameChg chg="add">
          <ac:chgData name="Iúri Sousa" userId="S::iuri.sousa@ipvc.pt::3de42cb5-12ac-4b66-a5ed-f23ce3576805" providerId="AD" clId="Web-{3B610C7B-8C9F-7C3C-6C0C-93638B9BB648}" dt="2026-04-30T11:31:34.944" v="8"/>
          <ac:graphicFrameMkLst>
            <pc:docMk/>
            <pc:sldMk cId="3765736649" sldId="314"/>
            <ac:graphicFrameMk id="10257" creationId="{6C5690C4-F980-D552-E85D-AA694C12F98F}"/>
          </ac:graphicFrameMkLst>
        </pc:graphicFrameChg>
      </pc:sldChg>
      <pc:sldChg chg="addSp delSp modSp">
        <pc:chgData name="Iúri Sousa" userId="S::iuri.sousa@ipvc.pt::3de42cb5-12ac-4b66-a5ed-f23ce3576805" providerId="AD" clId="Web-{3B610C7B-8C9F-7C3C-6C0C-93638B9BB648}" dt="2026-04-30T11:32:26.915" v="25"/>
        <pc:sldMkLst>
          <pc:docMk/>
          <pc:sldMk cId="1200205393" sldId="315"/>
        </pc:sldMkLst>
        <pc:graphicFrameChg chg="add">
          <ac:chgData name="Iúri Sousa" userId="S::iuri.sousa@ipvc.pt::3de42cb5-12ac-4b66-a5ed-f23ce3576805" providerId="AD" clId="Web-{3B610C7B-8C9F-7C3C-6C0C-93638B9BB648}" dt="2026-04-30T11:32:26.915" v="25"/>
          <ac:graphicFrameMkLst>
            <pc:docMk/>
            <pc:sldMk cId="1200205393" sldId="315"/>
            <ac:graphicFrameMk id="10257" creationId="{9FBCCFB0-8F37-F0B8-D821-2C1C83B4A268}"/>
          </ac:graphicFrameMkLst>
        </pc:graphicFrameChg>
      </pc:sldChg>
      <pc:sldChg chg="addSp delSp">
        <pc:chgData name="Iúri Sousa" userId="S::iuri.sousa@ipvc.pt::3de42cb5-12ac-4b66-a5ed-f23ce3576805" providerId="AD" clId="Web-{3B610C7B-8C9F-7C3C-6C0C-93638B9BB648}" dt="2026-04-30T13:53:22.130" v="167"/>
        <pc:sldMkLst>
          <pc:docMk/>
          <pc:sldMk cId="2060265515" sldId="316"/>
        </pc:sldMkLst>
        <pc:graphicFrameChg chg="add">
          <ac:chgData name="Iúri Sousa" userId="S::iuri.sousa@ipvc.pt::3de42cb5-12ac-4b66-a5ed-f23ce3576805" providerId="AD" clId="Web-{3B610C7B-8C9F-7C3C-6C0C-93638B9BB648}" dt="2026-04-30T13:53:22.130" v="167"/>
          <ac:graphicFrameMkLst>
            <pc:docMk/>
            <pc:sldMk cId="2060265515" sldId="316"/>
            <ac:graphicFrameMk id="10249" creationId="{0981B456-162E-6F12-68F2-6ABA47F55635}"/>
          </ac:graphicFrameMkLst>
        </pc:graphicFrameChg>
      </pc:sldChg>
      <pc:sldChg chg="addSp delSp modSp mod modClrScheme chgLayout">
        <pc:chgData name="Iúri Sousa" userId="S::iuri.sousa@ipvc.pt::3de42cb5-12ac-4b66-a5ed-f23ce3576805" providerId="AD" clId="Web-{3B610C7B-8C9F-7C3C-6C0C-93638B9BB648}" dt="2026-04-30T18:04:14.340" v="264" actId="1076"/>
        <pc:sldMkLst>
          <pc:docMk/>
          <pc:sldMk cId="790210863" sldId="317"/>
        </pc:sldMkLst>
        <pc:spChg chg="add del mod">
          <ac:chgData name="Iúri Sousa" userId="S::iuri.sousa@ipvc.pt::3de42cb5-12ac-4b66-a5ed-f23ce3576805" providerId="AD" clId="Web-{3B610C7B-8C9F-7C3C-6C0C-93638B9BB648}" dt="2026-04-30T18:04:14.340" v="264" actId="1076"/>
          <ac:spMkLst>
            <pc:docMk/>
            <pc:sldMk cId="790210863" sldId="317"/>
            <ac:spMk id="26" creationId="{4CAFE5E9-FF8C-4E23-82DD-8EFF5596852B}"/>
          </ac:spMkLst>
        </pc:spChg>
      </pc:sldChg>
      <pc:sldChg chg="addSp delSp modSp">
        <pc:chgData name="Iúri Sousa" userId="S::iuri.sousa@ipvc.pt::3de42cb5-12ac-4b66-a5ed-f23ce3576805" providerId="AD" clId="Web-{3B610C7B-8C9F-7C3C-6C0C-93638B9BB648}" dt="2026-04-30T14:00:50.374" v="208"/>
        <pc:sldMkLst>
          <pc:docMk/>
          <pc:sldMk cId="1424513039" sldId="318"/>
        </pc:sldMkLst>
        <pc:graphicFrameChg chg="add">
          <ac:chgData name="Iúri Sousa" userId="S::iuri.sousa@ipvc.pt::3de42cb5-12ac-4b66-a5ed-f23ce3576805" providerId="AD" clId="Web-{3B610C7B-8C9F-7C3C-6C0C-93638B9BB648}" dt="2026-04-30T14:00:50.374" v="208"/>
          <ac:graphicFrameMkLst>
            <pc:docMk/>
            <pc:sldMk cId="1424513039" sldId="318"/>
            <ac:graphicFrameMk id="10251" creationId="{CEA6927A-2B8A-F9BC-1A87-F2EA0870211D}"/>
          </ac:graphicFrameMkLst>
        </pc:graphicFrameChg>
        <pc:picChg chg="mod">
          <ac:chgData name="Iúri Sousa" userId="S::iuri.sousa@ipvc.pt::3de42cb5-12ac-4b66-a5ed-f23ce3576805" providerId="AD" clId="Web-{3B610C7B-8C9F-7C3C-6C0C-93638B9BB648}" dt="2026-04-30T13:48:13.125" v="155" actId="1076"/>
          <ac:picMkLst>
            <pc:docMk/>
            <pc:sldMk cId="1424513039" sldId="318"/>
            <ac:picMk id="10" creationId="{871C4A24-7FEA-E8F6-1D5F-A2021A1B3B37}"/>
          </ac:picMkLst>
        </pc:picChg>
      </pc:sldChg>
      <pc:sldChg chg="addSp delSp modSp">
        <pc:chgData name="Iúri Sousa" userId="S::iuri.sousa@ipvc.pt::3de42cb5-12ac-4b66-a5ed-f23ce3576805" providerId="AD" clId="Web-{3B610C7B-8C9F-7C3C-6C0C-93638B9BB648}" dt="2026-04-30T13:00:10.244" v="102" actId="14100"/>
        <pc:sldMkLst>
          <pc:docMk/>
          <pc:sldMk cId="4280765336" sldId="319"/>
        </pc:sldMkLst>
        <pc:spChg chg="add mod">
          <ac:chgData name="Iúri Sousa" userId="S::iuri.sousa@ipvc.pt::3de42cb5-12ac-4b66-a5ed-f23ce3576805" providerId="AD" clId="Web-{3B610C7B-8C9F-7C3C-6C0C-93638B9BB648}" dt="2026-04-30T13:00:10.244" v="102" actId="14100"/>
          <ac:spMkLst>
            <pc:docMk/>
            <pc:sldMk cId="4280765336" sldId="319"/>
            <ac:spMk id="34" creationId="{615D2849-F8D5-48FA-4904-E700852446DF}"/>
          </ac:spMkLst>
        </pc:spChg>
        <pc:graphicFrameChg chg="add mod">
          <ac:chgData name="Iúri Sousa" userId="S::iuri.sousa@ipvc.pt::3de42cb5-12ac-4b66-a5ed-f23ce3576805" providerId="AD" clId="Web-{3B610C7B-8C9F-7C3C-6C0C-93638B9BB648}" dt="2026-04-30T12:59:47.837" v="94" actId="1076"/>
          <ac:graphicFrameMkLst>
            <pc:docMk/>
            <pc:sldMk cId="4280765336" sldId="319"/>
            <ac:graphicFrameMk id="10249" creationId="{6E02B89D-4D9A-EB6E-FD57-47580191EBB8}"/>
          </ac:graphicFrameMkLst>
        </pc:graphicFrameChg>
      </pc:sldChg>
      <pc:sldChg chg="addSp delSp modSp">
        <pc:chgData name="Iúri Sousa" userId="S::iuri.sousa@ipvc.pt::3de42cb5-12ac-4b66-a5ed-f23ce3576805" providerId="AD" clId="Web-{3B610C7B-8C9F-7C3C-6C0C-93638B9BB648}" dt="2026-04-30T13:00:58.495" v="114" actId="14100"/>
        <pc:sldMkLst>
          <pc:docMk/>
          <pc:sldMk cId="3504721260" sldId="320"/>
        </pc:sldMkLst>
        <pc:spChg chg="add mod">
          <ac:chgData name="Iúri Sousa" userId="S::iuri.sousa@ipvc.pt::3de42cb5-12ac-4b66-a5ed-f23ce3576805" providerId="AD" clId="Web-{3B610C7B-8C9F-7C3C-6C0C-93638B9BB648}" dt="2026-04-30T13:00:58.495" v="114" actId="14100"/>
          <ac:spMkLst>
            <pc:docMk/>
            <pc:sldMk cId="3504721260" sldId="320"/>
            <ac:spMk id="45" creationId="{2FD85A8D-5EA8-18BD-77E8-04DAAB2B0827}"/>
          </ac:spMkLst>
        </pc:spChg>
        <pc:graphicFrameChg chg="add mod">
          <ac:chgData name="Iúri Sousa" userId="S::iuri.sousa@ipvc.pt::3de42cb5-12ac-4b66-a5ed-f23ce3576805" providerId="AD" clId="Web-{3B610C7B-8C9F-7C3C-6C0C-93638B9BB648}" dt="2026-04-30T13:00:47.713" v="110" actId="1076"/>
          <ac:graphicFrameMkLst>
            <pc:docMk/>
            <pc:sldMk cId="3504721260" sldId="320"/>
            <ac:graphicFrameMk id="10253" creationId="{34142AF1-0C81-2063-AA95-D534014E25C5}"/>
          </ac:graphicFrameMkLst>
        </pc:graphicFrameChg>
      </pc:sldChg>
      <pc:sldChg chg="modSp">
        <pc:chgData name="Iúri Sousa" userId="S::iuri.sousa@ipvc.pt::3de42cb5-12ac-4b66-a5ed-f23ce3576805" providerId="AD" clId="Web-{3B610C7B-8C9F-7C3C-6C0C-93638B9BB648}" dt="2026-04-30T14:02:38.394" v="223" actId="20577"/>
        <pc:sldMkLst>
          <pc:docMk/>
          <pc:sldMk cId="2256924848" sldId="322"/>
        </pc:sldMkLst>
        <pc:spChg chg="mod">
          <ac:chgData name="Iúri Sousa" userId="S::iuri.sousa@ipvc.pt::3de42cb5-12ac-4b66-a5ed-f23ce3576805" providerId="AD" clId="Web-{3B610C7B-8C9F-7C3C-6C0C-93638B9BB648}" dt="2026-04-30T14:02:38.394" v="223" actId="20577"/>
          <ac:spMkLst>
            <pc:docMk/>
            <pc:sldMk cId="2256924848" sldId="322"/>
            <ac:spMk id="26" creationId="{288F2E5B-3C87-7A1D-7698-8A366C8CB6C8}"/>
          </ac:spMkLst>
        </pc:spChg>
        <pc:picChg chg="mod">
          <ac:chgData name="Iúri Sousa" userId="S::iuri.sousa@ipvc.pt::3de42cb5-12ac-4b66-a5ed-f23ce3576805" providerId="AD" clId="Web-{3B610C7B-8C9F-7C3C-6C0C-93638B9BB648}" dt="2026-04-30T13:52:37.629" v="160" actId="14100"/>
          <ac:picMkLst>
            <pc:docMk/>
            <pc:sldMk cId="2256924848" sldId="322"/>
            <ac:picMk id="9" creationId="{CC236A57-BAED-BD18-8EBE-69D4F40D907B}"/>
          </ac:picMkLst>
        </pc:picChg>
        <pc:picChg chg="mod">
          <ac:chgData name="Iúri Sousa" userId="S::iuri.sousa@ipvc.pt::3de42cb5-12ac-4b66-a5ed-f23ce3576805" providerId="AD" clId="Web-{3B610C7B-8C9F-7C3C-6C0C-93638B9BB648}" dt="2026-04-30T13:52:34.864" v="159" actId="14100"/>
          <ac:picMkLst>
            <pc:docMk/>
            <pc:sldMk cId="2256924848" sldId="322"/>
            <ac:picMk id="11" creationId="{203C4FB2-5A8C-48C7-C7EA-AC6A1DC75250}"/>
          </ac:picMkLst>
        </pc:picChg>
      </pc:sldChg>
      <pc:sldChg chg="modSp">
        <pc:chgData name="Iúri Sousa" userId="S::iuri.sousa@ipvc.pt::3de42cb5-12ac-4b66-a5ed-f23ce3576805" providerId="AD" clId="Web-{3B610C7B-8C9F-7C3C-6C0C-93638B9BB648}" dt="2026-04-30T13:53:15.114" v="166" actId="1076"/>
        <pc:sldMkLst>
          <pc:docMk/>
          <pc:sldMk cId="69014221" sldId="323"/>
        </pc:sldMkLst>
        <pc:spChg chg="mod">
          <ac:chgData name="Iúri Sousa" userId="S::iuri.sousa@ipvc.pt::3de42cb5-12ac-4b66-a5ed-f23ce3576805" providerId="AD" clId="Web-{3B610C7B-8C9F-7C3C-6C0C-93638B9BB648}" dt="2026-04-30T13:53:15.114" v="166" actId="1076"/>
          <ac:spMkLst>
            <pc:docMk/>
            <pc:sldMk cId="69014221" sldId="323"/>
            <ac:spMk id="26" creationId="{A83042BC-A22E-8331-E3CD-773A4E1725B3}"/>
          </ac:spMkLst>
        </pc:spChg>
      </pc:sldChg>
      <pc:sldChg chg="addSp delSp">
        <pc:chgData name="Iúri Sousa" userId="S::iuri.sousa@ipvc.pt::3de42cb5-12ac-4b66-a5ed-f23ce3576805" providerId="AD" clId="Web-{3B610C7B-8C9F-7C3C-6C0C-93638B9BB648}" dt="2026-04-30T13:53:32.380" v="168"/>
        <pc:sldMkLst>
          <pc:docMk/>
          <pc:sldMk cId="296815960" sldId="324"/>
        </pc:sldMkLst>
        <pc:graphicFrameChg chg="add">
          <ac:chgData name="Iúri Sousa" userId="S::iuri.sousa@ipvc.pt::3de42cb5-12ac-4b66-a5ed-f23ce3576805" providerId="AD" clId="Web-{3B610C7B-8C9F-7C3C-6C0C-93638B9BB648}" dt="2026-04-30T13:53:32.380" v="168"/>
          <ac:graphicFrameMkLst>
            <pc:docMk/>
            <pc:sldMk cId="296815960" sldId="324"/>
            <ac:graphicFrameMk id="10249" creationId="{02914214-612E-0FED-44B6-BDEF5D5B85B0}"/>
          </ac:graphicFrameMkLst>
        </pc:graphicFrameChg>
      </pc:sldChg>
      <pc:sldChg chg="addSp delSp">
        <pc:chgData name="Iúri Sousa" userId="S::iuri.sousa@ipvc.pt::3de42cb5-12ac-4b66-a5ed-f23ce3576805" providerId="AD" clId="Web-{3B610C7B-8C9F-7C3C-6C0C-93638B9BB648}" dt="2026-04-30T13:53:51.036" v="171"/>
        <pc:sldMkLst>
          <pc:docMk/>
          <pc:sldMk cId="1568330844" sldId="325"/>
        </pc:sldMkLst>
        <pc:graphicFrameChg chg="add">
          <ac:chgData name="Iúri Sousa" userId="S::iuri.sousa@ipvc.pt::3de42cb5-12ac-4b66-a5ed-f23ce3576805" providerId="AD" clId="Web-{3B610C7B-8C9F-7C3C-6C0C-93638B9BB648}" dt="2026-04-30T13:53:51.036" v="171"/>
          <ac:graphicFrameMkLst>
            <pc:docMk/>
            <pc:sldMk cId="1568330844" sldId="325"/>
            <ac:graphicFrameMk id="10251" creationId="{B70C915B-9E3C-E52F-DA48-0603A69DDED4}"/>
          </ac:graphicFrameMkLst>
        </pc:graphicFrameChg>
      </pc:sldChg>
      <pc:sldChg chg="addSp delSp">
        <pc:chgData name="Iúri Sousa" userId="S::iuri.sousa@ipvc.pt::3de42cb5-12ac-4b66-a5ed-f23ce3576805" providerId="AD" clId="Web-{3B610C7B-8C9F-7C3C-6C0C-93638B9BB648}" dt="2026-04-30T13:54:08.661" v="174"/>
        <pc:sldMkLst>
          <pc:docMk/>
          <pc:sldMk cId="3011623425" sldId="326"/>
        </pc:sldMkLst>
        <pc:graphicFrameChg chg="add">
          <ac:chgData name="Iúri Sousa" userId="S::iuri.sousa@ipvc.pt::3de42cb5-12ac-4b66-a5ed-f23ce3576805" providerId="AD" clId="Web-{3B610C7B-8C9F-7C3C-6C0C-93638B9BB648}" dt="2026-04-30T13:54:08.661" v="174"/>
          <ac:graphicFrameMkLst>
            <pc:docMk/>
            <pc:sldMk cId="3011623425" sldId="326"/>
            <ac:graphicFrameMk id="10251" creationId="{E7BF72A4-A723-BAD2-5F28-5F53C6F3C2FF}"/>
          </ac:graphicFrameMkLst>
        </pc:graphicFrameChg>
      </pc:sldChg>
      <pc:sldChg chg="addSp delSp">
        <pc:chgData name="Iúri Sousa" userId="S::iuri.sousa@ipvc.pt::3de42cb5-12ac-4b66-a5ed-f23ce3576805" providerId="AD" clId="Web-{3B610C7B-8C9F-7C3C-6C0C-93638B9BB648}" dt="2026-04-30T13:54:20.677" v="175"/>
        <pc:sldMkLst>
          <pc:docMk/>
          <pc:sldMk cId="2735202279" sldId="327"/>
        </pc:sldMkLst>
        <pc:graphicFrameChg chg="add">
          <ac:chgData name="Iúri Sousa" userId="S::iuri.sousa@ipvc.pt::3de42cb5-12ac-4b66-a5ed-f23ce3576805" providerId="AD" clId="Web-{3B610C7B-8C9F-7C3C-6C0C-93638B9BB648}" dt="2026-04-30T13:54:20.677" v="175"/>
          <ac:graphicFrameMkLst>
            <pc:docMk/>
            <pc:sldMk cId="2735202279" sldId="327"/>
            <ac:graphicFrameMk id="10249" creationId="{CF62B32A-9C73-6414-FF26-34217C8EE815}"/>
          </ac:graphicFrameMkLst>
        </pc:graphicFrameChg>
      </pc:sldChg>
      <pc:sldChg chg="addSp delSp modSp">
        <pc:chgData name="Iúri Sousa" userId="S::iuri.sousa@ipvc.pt::3de42cb5-12ac-4b66-a5ed-f23ce3576805" providerId="AD" clId="Web-{3B610C7B-8C9F-7C3C-6C0C-93638B9BB648}" dt="2026-04-30T13:54:47.661" v="180"/>
        <pc:sldMkLst>
          <pc:docMk/>
          <pc:sldMk cId="2512347669" sldId="328"/>
        </pc:sldMkLst>
        <pc:graphicFrameChg chg="add modGraphic">
          <ac:chgData name="Iúri Sousa" userId="S::iuri.sousa@ipvc.pt::3de42cb5-12ac-4b66-a5ed-f23ce3576805" providerId="AD" clId="Web-{3B610C7B-8C9F-7C3C-6C0C-93638B9BB648}" dt="2026-04-30T13:54:47.661" v="180"/>
          <ac:graphicFrameMkLst>
            <pc:docMk/>
            <pc:sldMk cId="2512347669" sldId="328"/>
            <ac:graphicFrameMk id="10249" creationId="{F01C6E23-0DEC-F119-12EB-99F5E7D5DF4D}"/>
          </ac:graphicFrameMkLst>
        </pc:graphicFrameChg>
        <pc:picChg chg="mod">
          <ac:chgData name="Iúri Sousa" userId="S::iuri.sousa@ipvc.pt::3de42cb5-12ac-4b66-a5ed-f23ce3576805" providerId="AD" clId="Web-{3B610C7B-8C9F-7C3C-6C0C-93638B9BB648}" dt="2026-04-30T13:54:40.318" v="177" actId="14100"/>
          <ac:picMkLst>
            <pc:docMk/>
            <pc:sldMk cId="2512347669" sldId="328"/>
            <ac:picMk id="10" creationId="{0451347B-11E2-5874-4B54-32E4E58B3DD3}"/>
          </ac:picMkLst>
        </pc:picChg>
      </pc:sldChg>
      <pc:sldChg chg="addSp delSp">
        <pc:chgData name="Iúri Sousa" userId="S::iuri.sousa@ipvc.pt::3de42cb5-12ac-4b66-a5ed-f23ce3576805" providerId="AD" clId="Web-{3B610C7B-8C9F-7C3C-6C0C-93638B9BB648}" dt="2026-04-30T13:54:57.177" v="181"/>
        <pc:sldMkLst>
          <pc:docMk/>
          <pc:sldMk cId="88667980" sldId="329"/>
        </pc:sldMkLst>
        <pc:graphicFrameChg chg="add">
          <ac:chgData name="Iúri Sousa" userId="S::iuri.sousa@ipvc.pt::3de42cb5-12ac-4b66-a5ed-f23ce3576805" providerId="AD" clId="Web-{3B610C7B-8C9F-7C3C-6C0C-93638B9BB648}" dt="2026-04-30T13:54:57.177" v="181"/>
          <ac:graphicFrameMkLst>
            <pc:docMk/>
            <pc:sldMk cId="88667980" sldId="329"/>
            <ac:graphicFrameMk id="10249" creationId="{B0920B98-B38C-9443-704B-60E9431104C2}"/>
          </ac:graphicFrameMkLst>
        </pc:graphicFrameChg>
      </pc:sldChg>
      <pc:sldChg chg="addSp delSp modSp">
        <pc:chgData name="Iúri Sousa" userId="S::iuri.sousa@ipvc.pt::3de42cb5-12ac-4b66-a5ed-f23ce3576805" providerId="AD" clId="Web-{3B610C7B-8C9F-7C3C-6C0C-93638B9BB648}" dt="2026-04-30T13:55:59.005" v="190" actId="1076"/>
        <pc:sldMkLst>
          <pc:docMk/>
          <pc:sldMk cId="3856096625" sldId="330"/>
        </pc:sldMkLst>
        <pc:graphicFrameChg chg="add">
          <ac:chgData name="Iúri Sousa" userId="S::iuri.sousa@ipvc.pt::3de42cb5-12ac-4b66-a5ed-f23ce3576805" providerId="AD" clId="Web-{3B610C7B-8C9F-7C3C-6C0C-93638B9BB648}" dt="2026-04-30T13:55:51.083" v="189"/>
          <ac:graphicFrameMkLst>
            <pc:docMk/>
            <pc:sldMk cId="3856096625" sldId="330"/>
            <ac:graphicFrameMk id="10249" creationId="{FEE5134F-C4E5-F439-DFC2-C55831B70A01}"/>
          </ac:graphicFrameMkLst>
        </pc:graphicFrameChg>
        <pc:picChg chg="mod">
          <ac:chgData name="Iúri Sousa" userId="S::iuri.sousa@ipvc.pt::3de42cb5-12ac-4b66-a5ed-f23ce3576805" providerId="AD" clId="Web-{3B610C7B-8C9F-7C3C-6C0C-93638B9BB648}" dt="2026-04-30T13:55:59.005" v="190" actId="1076"/>
          <ac:picMkLst>
            <pc:docMk/>
            <pc:sldMk cId="3856096625" sldId="330"/>
            <ac:picMk id="10" creationId="{9FFC8244-4B12-26BD-74E3-03548700A980}"/>
          </ac:picMkLst>
        </pc:picChg>
      </pc:sldChg>
      <pc:sldChg chg="addSp delSp">
        <pc:chgData name="Iúri Sousa" userId="S::iuri.sousa@ipvc.pt::3de42cb5-12ac-4b66-a5ed-f23ce3576805" providerId="AD" clId="Web-{3B610C7B-8C9F-7C3C-6C0C-93638B9BB648}" dt="2026-04-30T14:02:43.284" v="224"/>
        <pc:sldMkLst>
          <pc:docMk/>
          <pc:sldMk cId="2827175084" sldId="331"/>
        </pc:sldMkLst>
        <pc:graphicFrameChg chg="add">
          <ac:chgData name="Iúri Sousa" userId="S::iuri.sousa@ipvc.pt::3de42cb5-12ac-4b66-a5ed-f23ce3576805" providerId="AD" clId="Web-{3B610C7B-8C9F-7C3C-6C0C-93638B9BB648}" dt="2026-04-30T14:02:43.284" v="224"/>
          <ac:graphicFrameMkLst>
            <pc:docMk/>
            <pc:sldMk cId="2827175084" sldId="331"/>
            <ac:graphicFrameMk id="10249" creationId="{6D34E3D5-2A00-7C62-15C2-CD23393DD7A0}"/>
          </ac:graphicFrameMkLst>
        </pc:graphicFrameChg>
      </pc:sldChg>
      <pc:sldChg chg="addSp modSp add replId">
        <pc:chgData name="Iúri Sousa" userId="S::iuri.sousa@ipvc.pt::3de42cb5-12ac-4b66-a5ed-f23ce3576805" providerId="AD" clId="Web-{3B610C7B-8C9F-7C3C-6C0C-93638B9BB648}" dt="2026-04-30T18:10:33.403" v="323" actId="1076"/>
        <pc:sldMkLst>
          <pc:docMk/>
          <pc:sldMk cId="3830829953" sldId="332"/>
        </pc:sldMkLst>
        <pc:spChg chg="mod">
          <ac:chgData name="Iúri Sousa" userId="S::iuri.sousa@ipvc.pt::3de42cb5-12ac-4b66-a5ed-f23ce3576805" providerId="AD" clId="Web-{3B610C7B-8C9F-7C3C-6C0C-93638B9BB648}" dt="2026-04-30T18:10:24.919" v="321" actId="20577"/>
          <ac:spMkLst>
            <pc:docMk/>
            <pc:sldMk cId="3830829953" sldId="332"/>
            <ac:spMk id="25" creationId="{0941FA4C-5E7B-FB8F-84B5-2A5071215265}"/>
          </ac:spMkLst>
        </pc:spChg>
        <pc:spChg chg="add mod">
          <ac:chgData name="Iúri Sousa" userId="S::iuri.sousa@ipvc.pt::3de42cb5-12ac-4b66-a5ed-f23ce3576805" providerId="AD" clId="Web-{3B610C7B-8C9F-7C3C-6C0C-93638B9BB648}" dt="2026-04-30T18:09:35.777" v="301" actId="14100"/>
          <ac:spMkLst>
            <pc:docMk/>
            <pc:sldMk cId="3830829953" sldId="332"/>
            <ac:spMk id="9261" creationId="{76E67377-27C0-3B1B-1635-1E3240FA80ED}"/>
          </ac:spMkLst>
        </pc:spChg>
        <pc:graphicFrameChg chg="mod modGraphic">
          <ac:chgData name="Iúri Sousa" userId="S::iuri.sousa@ipvc.pt::3de42cb5-12ac-4b66-a5ed-f23ce3576805" providerId="AD" clId="Web-{3B610C7B-8C9F-7C3C-6C0C-93638B9BB648}" dt="2026-04-30T18:10:33.403" v="323" actId="1076"/>
          <ac:graphicFrameMkLst>
            <pc:docMk/>
            <pc:sldMk cId="3830829953" sldId="332"/>
            <ac:graphicFrameMk id="10253" creationId="{C48CC0CE-F613-6AFB-6D01-A9E84325D746}"/>
          </ac:graphicFrameMkLst>
        </pc:graphicFrameChg>
        <pc:picChg chg="add mod">
          <ac:chgData name="Iúri Sousa" userId="S::iuri.sousa@ipvc.pt::3de42cb5-12ac-4b66-a5ed-f23ce3576805" providerId="AD" clId="Web-{3B610C7B-8C9F-7C3C-6C0C-93638B9BB648}" dt="2026-04-30T18:09:24.214" v="298" actId="1076"/>
          <ac:picMkLst>
            <pc:docMk/>
            <pc:sldMk cId="3830829953" sldId="332"/>
            <ac:picMk id="9266" creationId="{6B4C7B83-EA25-3EB7-2110-CB0B3915913A}"/>
          </ac:picMkLst>
        </pc:picChg>
      </pc:sldChg>
    </pc:docChg>
  </pc:docChgLst>
  <pc:docChgLst>
    <pc:chgData name="Iúri Sousa" userId="S::iuri.sousa@ipvc.pt::3de42cb5-12ac-4b66-a5ed-f23ce3576805" providerId="AD" clId="Web-{78FBF292-CA21-F097-D82A-D8E69CB64BE2}"/>
    <pc:docChg chg="modSld">
      <pc:chgData name="Iúri Sousa" userId="S::iuri.sousa@ipvc.pt::3de42cb5-12ac-4b66-a5ed-f23ce3576805" providerId="AD" clId="Web-{78FBF292-CA21-F097-D82A-D8E69CB64BE2}" dt="2026-05-01T16:48:10.823" v="31" actId="20577"/>
      <pc:docMkLst>
        <pc:docMk/>
      </pc:docMkLst>
      <pc:sldChg chg="modSp">
        <pc:chgData name="Iúri Sousa" userId="S::iuri.sousa@ipvc.pt::3de42cb5-12ac-4b66-a5ed-f23ce3576805" providerId="AD" clId="Web-{78FBF292-CA21-F097-D82A-D8E69CB64BE2}" dt="2026-05-01T12:05:28.644" v="22" actId="20577"/>
        <pc:sldMkLst>
          <pc:docMk/>
          <pc:sldMk cId="1424513039" sldId="318"/>
        </pc:sldMkLst>
        <pc:graphicFrameChg chg="modGraphic">
          <ac:chgData name="Iúri Sousa" userId="S::iuri.sousa@ipvc.pt::3de42cb5-12ac-4b66-a5ed-f23ce3576805" providerId="AD" clId="Web-{78FBF292-CA21-F097-D82A-D8E69CB64BE2}" dt="2026-05-01T12:05:28.644" v="22" actId="20577"/>
          <ac:graphicFrameMkLst>
            <pc:docMk/>
            <pc:sldMk cId="1424513039" sldId="318"/>
            <ac:graphicFrameMk id="10251" creationId="{CEA6927A-2B8A-F9BC-1A87-F2EA0870211D}"/>
          </ac:graphicFrameMkLst>
        </pc:graphicFrameChg>
      </pc:sldChg>
      <pc:sldChg chg="modSp">
        <pc:chgData name="Iúri Sousa" userId="S::iuri.sousa@ipvc.pt::3de42cb5-12ac-4b66-a5ed-f23ce3576805" providerId="AD" clId="Web-{78FBF292-CA21-F097-D82A-D8E69CB64BE2}" dt="2026-05-01T12:01:08.350" v="11" actId="20577"/>
        <pc:sldMkLst>
          <pc:docMk/>
          <pc:sldMk cId="3504721260" sldId="320"/>
        </pc:sldMkLst>
        <pc:graphicFrameChg chg="modGraphic">
          <ac:chgData name="Iúri Sousa" userId="S::iuri.sousa@ipvc.pt::3de42cb5-12ac-4b66-a5ed-f23ce3576805" providerId="AD" clId="Web-{78FBF292-CA21-F097-D82A-D8E69CB64BE2}" dt="2026-05-01T12:01:08.350" v="11" actId="20577"/>
          <ac:graphicFrameMkLst>
            <pc:docMk/>
            <pc:sldMk cId="3504721260" sldId="320"/>
            <ac:graphicFrameMk id="10253" creationId="{34142AF1-0C81-2063-AA95-D534014E25C5}"/>
          </ac:graphicFrameMkLst>
        </pc:graphicFrameChg>
      </pc:sldChg>
      <pc:sldChg chg="modSp">
        <pc:chgData name="Iúri Sousa" userId="S::iuri.sousa@ipvc.pt::3de42cb5-12ac-4b66-a5ed-f23ce3576805" providerId="AD" clId="Web-{78FBF292-CA21-F097-D82A-D8E69CB64BE2}" dt="2026-05-01T12:08:49.071" v="24" actId="20577"/>
        <pc:sldMkLst>
          <pc:docMk/>
          <pc:sldMk cId="3011623425" sldId="326"/>
        </pc:sldMkLst>
        <pc:spChg chg="mod">
          <ac:chgData name="Iúri Sousa" userId="S::iuri.sousa@ipvc.pt::3de42cb5-12ac-4b66-a5ed-f23ce3576805" providerId="AD" clId="Web-{78FBF292-CA21-F097-D82A-D8E69CB64BE2}" dt="2026-05-01T12:08:49.071" v="24" actId="20577"/>
          <ac:spMkLst>
            <pc:docMk/>
            <pc:sldMk cId="3011623425" sldId="326"/>
            <ac:spMk id="6" creationId="{384594B8-25A8-B11C-43BA-56699D0F47BE}"/>
          </ac:spMkLst>
        </pc:spChg>
      </pc:sldChg>
      <pc:sldChg chg="modSp">
        <pc:chgData name="Iúri Sousa" userId="S::iuri.sousa@ipvc.pt::3de42cb5-12ac-4b66-a5ed-f23ce3576805" providerId="AD" clId="Web-{78FBF292-CA21-F097-D82A-D8E69CB64BE2}" dt="2026-05-01T16:48:10.823" v="31" actId="20577"/>
        <pc:sldMkLst>
          <pc:docMk/>
          <pc:sldMk cId="2735202279" sldId="327"/>
        </pc:sldMkLst>
        <pc:graphicFrameChg chg="modGraphic">
          <ac:chgData name="Iúri Sousa" userId="S::iuri.sousa@ipvc.pt::3de42cb5-12ac-4b66-a5ed-f23ce3576805" providerId="AD" clId="Web-{78FBF292-CA21-F097-D82A-D8E69CB64BE2}" dt="2026-05-01T16:48:10.823" v="31" actId="20577"/>
          <ac:graphicFrameMkLst>
            <pc:docMk/>
            <pc:sldMk cId="2735202279" sldId="327"/>
            <ac:graphicFrameMk id="10249" creationId="{CF62B32A-9C73-6414-FF26-34217C8EE815}"/>
          </ac:graphicFrameMkLst>
        </pc:graphicFrameChg>
      </pc:sldChg>
      <pc:sldChg chg="modSp">
        <pc:chgData name="Iúri Sousa" userId="S::iuri.sousa@ipvc.pt::3de42cb5-12ac-4b66-a5ed-f23ce3576805" providerId="AD" clId="Web-{78FBF292-CA21-F097-D82A-D8E69CB64BE2}" dt="2026-05-01T12:16:42.286" v="25"/>
        <pc:sldMkLst>
          <pc:docMk/>
          <pc:sldMk cId="2827175084" sldId="331"/>
        </pc:sldMkLst>
        <pc:graphicFrameChg chg="modGraphic">
          <ac:chgData name="Iúri Sousa" userId="S::iuri.sousa@ipvc.pt::3de42cb5-12ac-4b66-a5ed-f23ce3576805" providerId="AD" clId="Web-{78FBF292-CA21-F097-D82A-D8E69CB64BE2}" dt="2026-05-01T12:16:42.286" v="25"/>
          <ac:graphicFrameMkLst>
            <pc:docMk/>
            <pc:sldMk cId="2827175084" sldId="331"/>
            <ac:graphicFrameMk id="10249" creationId="{6D34E3D5-2A00-7C62-15C2-CD23393DD7A0}"/>
          </ac:graphicFrameMkLst>
        </pc:graphicFrameChg>
      </pc:sldChg>
      <pc:sldChg chg="modSp">
        <pc:chgData name="Iúri Sousa" userId="S::iuri.sousa@ipvc.pt::3de42cb5-12ac-4b66-a5ed-f23ce3576805" providerId="AD" clId="Web-{78FBF292-CA21-F097-D82A-D8E69CB64BE2}" dt="2026-05-01T12:02:43.418" v="19" actId="14100"/>
        <pc:sldMkLst>
          <pc:docMk/>
          <pc:sldMk cId="3830829953" sldId="332"/>
        </pc:sldMkLst>
        <pc:spChg chg="mod">
          <ac:chgData name="Iúri Sousa" userId="S::iuri.sousa@ipvc.pt::3de42cb5-12ac-4b66-a5ed-f23ce3576805" providerId="AD" clId="Web-{78FBF292-CA21-F097-D82A-D8E69CB64BE2}" dt="2026-05-01T11:57:20.977" v="0" actId="14100"/>
          <ac:spMkLst>
            <pc:docMk/>
            <pc:sldMk cId="3830829953" sldId="332"/>
            <ac:spMk id="45" creationId="{6B357BFF-0B48-C1D4-96DA-09B4F752A7F2}"/>
          </ac:spMkLst>
        </pc:spChg>
        <pc:graphicFrameChg chg="mod modGraphic">
          <ac:chgData name="Iúri Sousa" userId="S::iuri.sousa@ipvc.pt::3de42cb5-12ac-4b66-a5ed-f23ce3576805" providerId="AD" clId="Web-{78FBF292-CA21-F097-D82A-D8E69CB64BE2}" dt="2026-05-01T12:02:43.418" v="19" actId="14100"/>
          <ac:graphicFrameMkLst>
            <pc:docMk/>
            <pc:sldMk cId="3830829953" sldId="332"/>
            <ac:graphicFrameMk id="10253" creationId="{C48CC0CE-F613-6AFB-6D01-A9E84325D746}"/>
          </ac:graphicFrameMkLst>
        </pc:graphicFrameChg>
      </pc:sldChg>
    </pc:docChg>
  </pc:docChgLst>
  <pc:docChgLst>
    <pc:chgData name="Iúri Sousa" userId="S::iuri.sousa@ipvc.pt::3de42cb5-12ac-4b66-a5ed-f23ce3576805" providerId="AD" clId="Web-{4F8EFCEF-50FF-261F-5D22-BE36B9A1DA15}"/>
    <pc:docChg chg="modSld">
      <pc:chgData name="Iúri Sousa" userId="S::iuri.sousa@ipvc.pt::3de42cb5-12ac-4b66-a5ed-f23ce3576805" providerId="AD" clId="Web-{4F8EFCEF-50FF-261F-5D22-BE36B9A1DA15}" dt="2026-05-03T19:20:51.084" v="17" actId="20577"/>
      <pc:docMkLst>
        <pc:docMk/>
      </pc:docMkLst>
      <pc:sldChg chg="modSp">
        <pc:chgData name="Iúri Sousa" userId="S::iuri.sousa@ipvc.pt::3de42cb5-12ac-4b66-a5ed-f23ce3576805" providerId="AD" clId="Web-{4F8EFCEF-50FF-261F-5D22-BE36B9A1DA15}" dt="2026-05-03T19:20:51.084" v="17" actId="20577"/>
        <pc:sldMkLst>
          <pc:docMk/>
          <pc:sldMk cId="962301567" sldId="309"/>
        </pc:sldMkLst>
        <pc:spChg chg="mod">
          <ac:chgData name="Iúri Sousa" userId="S::iuri.sousa@ipvc.pt::3de42cb5-12ac-4b66-a5ed-f23ce3576805" providerId="AD" clId="Web-{4F8EFCEF-50FF-261F-5D22-BE36B9A1DA15}" dt="2026-05-03T19:20:51.084" v="17" actId="20577"/>
          <ac:spMkLst>
            <pc:docMk/>
            <pc:sldMk cId="962301567" sldId="309"/>
            <ac:spMk id="3" creationId="{00000000-0000-0000-0000-000000000000}"/>
          </ac:spMkLst>
        </pc:spChg>
      </pc:sldChg>
      <pc:sldChg chg="modSp">
        <pc:chgData name="Iúri Sousa" userId="S::iuri.sousa@ipvc.pt::3de42cb5-12ac-4b66-a5ed-f23ce3576805" providerId="AD" clId="Web-{4F8EFCEF-50FF-261F-5D22-BE36B9A1DA15}" dt="2026-05-03T17:23:22.764" v="9" actId="20577"/>
        <pc:sldMkLst>
          <pc:docMk/>
          <pc:sldMk cId="3765736649" sldId="314"/>
        </pc:sldMkLst>
        <pc:spChg chg="mod">
          <ac:chgData name="Iúri Sousa" userId="S::iuri.sousa@ipvc.pt::3de42cb5-12ac-4b66-a5ed-f23ce3576805" providerId="AD" clId="Web-{4F8EFCEF-50FF-261F-5D22-BE36B9A1DA15}" dt="2026-05-03T17:23:22.764" v="9" actId="20577"/>
          <ac:spMkLst>
            <pc:docMk/>
            <pc:sldMk cId="3765736649" sldId="314"/>
            <ac:spMk id="22" creationId="{925191EB-6D11-478A-BEA1-595B74D2926E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1B2F7-C820-4129-AA69-1B1715A14D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4F7E19-1399-4136-BE8B-2ACDFE44BD9F}">
      <dgm:prSet/>
      <dgm:spPr/>
      <dgm:t>
        <a:bodyPr/>
        <a:lstStyle/>
        <a:p>
          <a:r>
            <a:rPr lang="pt-PT"/>
            <a:t>1. </a:t>
          </a:r>
          <a:r>
            <a:rPr lang="pt-PT" b="1"/>
            <a:t>Introduction and Objectives</a:t>
          </a:r>
          <a:r>
            <a:rPr lang="pt-PT"/>
            <a:t> — dataset CIC-Trap4Phish 2025, objetivo de detetar PDFs de phishing</a:t>
          </a:r>
          <a:endParaRPr lang="en-US"/>
        </a:p>
      </dgm:t>
    </dgm:pt>
    <dgm:pt modelId="{A441404D-0D0F-4BD2-8D4C-F2ECFD9EB9C0}" type="parTrans" cxnId="{9D42637E-E35A-493A-A239-2FE128D4E067}">
      <dgm:prSet/>
      <dgm:spPr/>
      <dgm:t>
        <a:bodyPr/>
        <a:lstStyle/>
        <a:p>
          <a:endParaRPr lang="en-US"/>
        </a:p>
      </dgm:t>
    </dgm:pt>
    <dgm:pt modelId="{732D1C0C-DB26-4EB2-9162-CAFE7EF7DB5D}" type="sibTrans" cxnId="{9D42637E-E35A-493A-A239-2FE128D4E067}">
      <dgm:prSet/>
      <dgm:spPr/>
      <dgm:t>
        <a:bodyPr/>
        <a:lstStyle/>
        <a:p>
          <a:endParaRPr lang="en-US"/>
        </a:p>
      </dgm:t>
    </dgm:pt>
    <dgm:pt modelId="{8DDA421D-C4D6-4157-8006-E5C37E27A9B1}">
      <dgm:prSet/>
      <dgm:spPr/>
      <dgm:t>
        <a:bodyPr/>
        <a:lstStyle/>
        <a:p>
          <a:r>
            <a:rPr lang="en-US"/>
            <a:t>2. </a:t>
          </a:r>
          <a:r>
            <a:rPr lang="en-US" b="1"/>
            <a:t>Theoretical Concepts and Tools</a:t>
          </a:r>
          <a:r>
            <a:rPr lang="en-US"/>
            <a:t> — Python, scikit-learn, SMOTE, KMeans, PCA, modelos ML</a:t>
          </a:r>
        </a:p>
      </dgm:t>
    </dgm:pt>
    <dgm:pt modelId="{BE939929-4CAC-468E-88A1-2BCE2F2CE1BA}" type="parTrans" cxnId="{5106A5A2-842E-4C29-92EB-148598FAE543}">
      <dgm:prSet/>
      <dgm:spPr/>
      <dgm:t>
        <a:bodyPr/>
        <a:lstStyle/>
        <a:p>
          <a:endParaRPr lang="en-US"/>
        </a:p>
      </dgm:t>
    </dgm:pt>
    <dgm:pt modelId="{6960A281-5385-452F-A1F1-DAFC49AB2CBB}" type="sibTrans" cxnId="{5106A5A2-842E-4C29-92EB-148598FAE543}">
      <dgm:prSet/>
      <dgm:spPr/>
      <dgm:t>
        <a:bodyPr/>
        <a:lstStyle/>
        <a:p>
          <a:endParaRPr lang="en-US"/>
        </a:p>
      </dgm:t>
    </dgm:pt>
    <dgm:pt modelId="{BD1C49D2-CC54-4373-9700-C6642F7ADB78}">
      <dgm:prSet/>
      <dgm:spPr/>
      <dgm:t>
        <a:bodyPr/>
        <a:lstStyle/>
        <a:p>
          <a:r>
            <a:rPr lang="en-US"/>
            <a:t>3. Case Study</a:t>
          </a:r>
        </a:p>
      </dgm:t>
    </dgm:pt>
    <dgm:pt modelId="{89ED13F0-B900-49BC-935F-97D7961EB2D1}" type="parTrans" cxnId="{074FE2F3-1086-498B-9D0C-744F05AF7FAA}">
      <dgm:prSet/>
      <dgm:spPr/>
      <dgm:t>
        <a:bodyPr/>
        <a:lstStyle/>
        <a:p>
          <a:endParaRPr lang="en-US"/>
        </a:p>
      </dgm:t>
    </dgm:pt>
    <dgm:pt modelId="{1DB29DBC-CF06-47E3-972A-10C12D663744}" type="sibTrans" cxnId="{074FE2F3-1086-498B-9D0C-744F05AF7FAA}">
      <dgm:prSet/>
      <dgm:spPr/>
      <dgm:t>
        <a:bodyPr/>
        <a:lstStyle/>
        <a:p>
          <a:endParaRPr lang="en-US"/>
        </a:p>
      </dgm:t>
    </dgm:pt>
    <dgm:pt modelId="{C186763A-430A-4DA6-8EEE-6CF85E170137}">
      <dgm:prSet/>
      <dgm:spPr/>
      <dgm:t>
        <a:bodyPr/>
        <a:lstStyle/>
        <a:p>
          <a:r>
            <a:rPr lang="en-US"/>
            <a:t>3.1. Problem Definition — classificação binária, 19.296 amostras, 10 features</a:t>
          </a:r>
        </a:p>
      </dgm:t>
    </dgm:pt>
    <dgm:pt modelId="{74AED59C-4C77-40C3-935B-C5905027D66E}" type="parTrans" cxnId="{60A21DAD-668C-44D3-8A72-D48358426C2F}">
      <dgm:prSet/>
      <dgm:spPr/>
      <dgm:t>
        <a:bodyPr/>
        <a:lstStyle/>
        <a:p>
          <a:endParaRPr lang="en-US"/>
        </a:p>
      </dgm:t>
    </dgm:pt>
    <dgm:pt modelId="{4048080C-776A-4BE4-B400-700A10238666}" type="sibTrans" cxnId="{60A21DAD-668C-44D3-8A72-D48358426C2F}">
      <dgm:prSet/>
      <dgm:spPr/>
      <dgm:t>
        <a:bodyPr/>
        <a:lstStyle/>
        <a:p>
          <a:endParaRPr lang="en-US"/>
        </a:p>
      </dgm:t>
    </dgm:pt>
    <dgm:pt modelId="{975C449A-1AEC-4C68-931C-16375FE971B8}">
      <dgm:prSet/>
      <dgm:spPr/>
      <dgm:t>
        <a:bodyPr/>
        <a:lstStyle/>
        <a:p>
          <a:r>
            <a:rPr lang="pt-PT"/>
            <a:t>3.2. Exploratory Data Analysis — Fase 1 (heatmap, boxplots, clustering)</a:t>
          </a:r>
          <a:endParaRPr lang="en-US"/>
        </a:p>
      </dgm:t>
    </dgm:pt>
    <dgm:pt modelId="{07AFE4CA-2957-4632-937E-60D609A4DB53}" type="parTrans" cxnId="{AC99924B-B706-45DB-93E8-F57F69CCC270}">
      <dgm:prSet/>
      <dgm:spPr/>
      <dgm:t>
        <a:bodyPr/>
        <a:lstStyle/>
        <a:p>
          <a:endParaRPr lang="en-US"/>
        </a:p>
      </dgm:t>
    </dgm:pt>
    <dgm:pt modelId="{5BF13E05-EDEE-4BCE-B5B8-9EC5C6356788}" type="sibTrans" cxnId="{AC99924B-B706-45DB-93E8-F57F69CCC270}">
      <dgm:prSet/>
      <dgm:spPr/>
      <dgm:t>
        <a:bodyPr/>
        <a:lstStyle/>
        <a:p>
          <a:endParaRPr lang="en-US"/>
        </a:p>
      </dgm:t>
    </dgm:pt>
    <dgm:pt modelId="{D442F1B3-198A-444D-A18B-739FA6FE81E8}">
      <dgm:prSet/>
      <dgm:spPr/>
      <dgm:t>
        <a:bodyPr/>
        <a:lstStyle/>
        <a:p>
          <a:r>
            <a:rPr lang="pt-PT"/>
            <a:t>3.3. Data Processing — Fase 2 (clipagem, log1p, RobustScaler)</a:t>
          </a:r>
          <a:endParaRPr lang="en-US"/>
        </a:p>
      </dgm:t>
    </dgm:pt>
    <dgm:pt modelId="{46DAB25D-C190-46AB-90F4-6A56B298A804}" type="parTrans" cxnId="{5AD093DD-1138-4CF2-AFB5-E27A7BA4D5C3}">
      <dgm:prSet/>
      <dgm:spPr/>
      <dgm:t>
        <a:bodyPr/>
        <a:lstStyle/>
        <a:p>
          <a:endParaRPr lang="en-US"/>
        </a:p>
      </dgm:t>
    </dgm:pt>
    <dgm:pt modelId="{1198772F-AFE3-4FED-A1E3-5051975730E7}" type="sibTrans" cxnId="{5AD093DD-1138-4CF2-AFB5-E27A7BA4D5C3}">
      <dgm:prSet/>
      <dgm:spPr/>
      <dgm:t>
        <a:bodyPr/>
        <a:lstStyle/>
        <a:p>
          <a:endParaRPr lang="en-US"/>
        </a:p>
      </dgm:t>
    </dgm:pt>
    <dgm:pt modelId="{056DB5A1-C6F9-402B-97E4-1C6673A78169}">
      <dgm:prSet/>
      <dgm:spPr/>
      <dgm:t>
        <a:bodyPr/>
        <a:lstStyle/>
        <a:p>
          <a:r>
            <a:rPr lang="pt-PT"/>
            <a:t>3.4. Feature Engineering — seleção ANOVA + RF, 6 top features</a:t>
          </a:r>
          <a:endParaRPr lang="en-US"/>
        </a:p>
      </dgm:t>
    </dgm:pt>
    <dgm:pt modelId="{082F7EA7-D856-4059-824B-ACD87F7C8D70}" type="parTrans" cxnId="{6B7172E1-3FB6-4669-A86F-EFBE76314BBB}">
      <dgm:prSet/>
      <dgm:spPr/>
      <dgm:t>
        <a:bodyPr/>
        <a:lstStyle/>
        <a:p>
          <a:endParaRPr lang="en-US"/>
        </a:p>
      </dgm:t>
    </dgm:pt>
    <dgm:pt modelId="{E9F6356F-AAB7-4A90-AEE9-AC0A8B551F40}" type="sibTrans" cxnId="{6B7172E1-3FB6-4669-A86F-EFBE76314BBB}">
      <dgm:prSet/>
      <dgm:spPr/>
      <dgm:t>
        <a:bodyPr/>
        <a:lstStyle/>
        <a:p>
          <a:endParaRPr lang="en-US"/>
        </a:p>
      </dgm:t>
    </dgm:pt>
    <dgm:pt modelId="{B160F3B6-DBF4-4B09-9AE3-713EC7473765}">
      <dgm:prSet/>
      <dgm:spPr/>
      <dgm:t>
        <a:bodyPr/>
        <a:lstStyle/>
        <a:p>
          <a:r>
            <a:rPr lang="pt-PT"/>
            <a:t>3.5. Machine Learning Phase — 7 modelos treinados</a:t>
          </a:r>
          <a:endParaRPr lang="en-US"/>
        </a:p>
      </dgm:t>
    </dgm:pt>
    <dgm:pt modelId="{501425DF-FB5D-4EEA-AA22-DCA2BD0AE995}" type="parTrans" cxnId="{99AE7913-4A7F-4438-BC4C-8CC34BCDBFC3}">
      <dgm:prSet/>
      <dgm:spPr/>
      <dgm:t>
        <a:bodyPr/>
        <a:lstStyle/>
        <a:p>
          <a:endParaRPr lang="en-US"/>
        </a:p>
      </dgm:t>
    </dgm:pt>
    <dgm:pt modelId="{78C3E445-6063-4827-970F-A0C410F9F553}" type="sibTrans" cxnId="{99AE7913-4A7F-4438-BC4C-8CC34BCDBFC3}">
      <dgm:prSet/>
      <dgm:spPr/>
      <dgm:t>
        <a:bodyPr/>
        <a:lstStyle/>
        <a:p>
          <a:endParaRPr lang="en-US"/>
        </a:p>
      </dgm:t>
    </dgm:pt>
    <dgm:pt modelId="{66CAA9C9-E589-43B9-91EB-39D7E11E9665}">
      <dgm:prSet/>
      <dgm:spPr/>
      <dgm:t>
        <a:bodyPr/>
        <a:lstStyle/>
        <a:p>
          <a:r>
            <a:rPr lang="pt-PT"/>
            <a:t>3.6. Model Evaluation — tabela de métricas, curvas ROC, matrizes de confusão</a:t>
          </a:r>
          <a:endParaRPr lang="en-US"/>
        </a:p>
      </dgm:t>
    </dgm:pt>
    <dgm:pt modelId="{31B560BD-5418-4BDA-92B2-0EB068B5DB8F}" type="parTrans" cxnId="{C954C6D8-7E8F-493D-B9E3-8A277B5C51C4}">
      <dgm:prSet/>
      <dgm:spPr/>
      <dgm:t>
        <a:bodyPr/>
        <a:lstStyle/>
        <a:p>
          <a:endParaRPr lang="en-US"/>
        </a:p>
      </dgm:t>
    </dgm:pt>
    <dgm:pt modelId="{72ACD156-E87A-41DD-9667-5D9750D457DC}" type="sibTrans" cxnId="{C954C6D8-7E8F-493D-B9E3-8A277B5C51C4}">
      <dgm:prSet/>
      <dgm:spPr/>
      <dgm:t>
        <a:bodyPr/>
        <a:lstStyle/>
        <a:p>
          <a:endParaRPr lang="en-US"/>
        </a:p>
      </dgm:t>
    </dgm:pt>
    <dgm:pt modelId="{5A5619E3-F167-4439-8E53-D4920E8A98A1}">
      <dgm:prSet/>
      <dgm:spPr/>
      <dgm:t>
        <a:bodyPr/>
        <a:lstStyle/>
        <a:p>
          <a:r>
            <a:rPr lang="en-US"/>
            <a:t>4. </a:t>
          </a:r>
          <a:r>
            <a:rPr lang="en-US" b="1"/>
            <a:t>Results / Model Usage</a:t>
          </a:r>
          <a:r>
            <a:rPr lang="en-US"/>
            <a:t> </a:t>
          </a:r>
        </a:p>
      </dgm:t>
    </dgm:pt>
    <dgm:pt modelId="{193B3DA4-D838-4687-9918-9CC6C6F094F7}" type="parTrans" cxnId="{B288113E-3F03-45E6-8C9B-DBE57368DEAB}">
      <dgm:prSet/>
      <dgm:spPr/>
      <dgm:t>
        <a:bodyPr/>
        <a:lstStyle/>
        <a:p>
          <a:endParaRPr lang="en-US"/>
        </a:p>
      </dgm:t>
    </dgm:pt>
    <dgm:pt modelId="{1553D429-34CE-4CE6-BC6A-0F48D8417B92}" type="sibTrans" cxnId="{B288113E-3F03-45E6-8C9B-DBE57368DEAB}">
      <dgm:prSet/>
      <dgm:spPr/>
      <dgm:t>
        <a:bodyPr/>
        <a:lstStyle/>
        <a:p>
          <a:endParaRPr lang="en-US"/>
        </a:p>
      </dgm:t>
    </dgm:pt>
    <dgm:pt modelId="{01BCF88E-01C8-4A1A-991A-AE6E433E08CD}">
      <dgm:prSet/>
      <dgm:spPr/>
      <dgm:t>
        <a:bodyPr/>
        <a:lstStyle/>
        <a:p>
          <a:r>
            <a:rPr lang="en-US"/>
            <a:t>4.1 Fase 4, heatmap de simulação</a:t>
          </a:r>
        </a:p>
      </dgm:t>
    </dgm:pt>
    <dgm:pt modelId="{66191CC3-AFAD-411D-8F91-565E87A0A20A}" type="parTrans" cxnId="{AB90CFF3-122D-4F3D-91D0-D2649AC6D8EA}">
      <dgm:prSet/>
      <dgm:spPr/>
      <dgm:t>
        <a:bodyPr/>
        <a:lstStyle/>
        <a:p>
          <a:endParaRPr lang="en-US"/>
        </a:p>
      </dgm:t>
    </dgm:pt>
    <dgm:pt modelId="{896BD9F3-ADC6-4858-95E8-35F84297A7E4}" type="sibTrans" cxnId="{AB90CFF3-122D-4F3D-91D0-D2649AC6D8EA}">
      <dgm:prSet/>
      <dgm:spPr/>
      <dgm:t>
        <a:bodyPr/>
        <a:lstStyle/>
        <a:p>
          <a:endParaRPr lang="en-US"/>
        </a:p>
      </dgm:t>
    </dgm:pt>
    <dgm:pt modelId="{CD3277FE-FE80-40B9-8B5A-1598E4940089}">
      <dgm:prSet/>
      <dgm:spPr/>
      <dgm:t>
        <a:bodyPr/>
        <a:lstStyle/>
        <a:p>
          <a:r>
            <a:rPr lang="en-US"/>
            <a:t>5. </a:t>
          </a:r>
          <a:r>
            <a:rPr lang="en-US" b="1"/>
            <a:t>Conclusions</a:t>
          </a:r>
          <a:r>
            <a:rPr lang="en-US"/>
            <a:t> — RF melhor modelo (99.5%), features mais discriminativas, trabalho futuro</a:t>
          </a:r>
        </a:p>
      </dgm:t>
    </dgm:pt>
    <dgm:pt modelId="{08B13EE8-9BAB-41EA-881E-B94BDC77DE49}" type="parTrans" cxnId="{BE95B501-D0A4-48C8-98E2-F09465EB63C2}">
      <dgm:prSet/>
      <dgm:spPr/>
      <dgm:t>
        <a:bodyPr/>
        <a:lstStyle/>
        <a:p>
          <a:endParaRPr lang="en-US"/>
        </a:p>
      </dgm:t>
    </dgm:pt>
    <dgm:pt modelId="{573BF907-20B7-463B-BFEA-465F052BDBAC}" type="sibTrans" cxnId="{BE95B501-D0A4-48C8-98E2-F09465EB63C2}">
      <dgm:prSet/>
      <dgm:spPr/>
      <dgm:t>
        <a:bodyPr/>
        <a:lstStyle/>
        <a:p>
          <a:endParaRPr lang="en-US"/>
        </a:p>
      </dgm:t>
    </dgm:pt>
    <dgm:pt modelId="{DAC89E3D-3026-4B47-A4CA-9B794C51B2AE}" type="pres">
      <dgm:prSet presAssocID="{70B1B2F7-C820-4129-AA69-1B1715A14D3D}" presName="linear" presStyleCnt="0">
        <dgm:presLayoutVars>
          <dgm:animLvl val="lvl"/>
          <dgm:resizeHandles val="exact"/>
        </dgm:presLayoutVars>
      </dgm:prSet>
      <dgm:spPr/>
    </dgm:pt>
    <dgm:pt modelId="{A097DD57-FA90-44FA-83D3-712420CF1BC9}" type="pres">
      <dgm:prSet presAssocID="{594F7E19-1399-4136-BE8B-2ACDFE44BD9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3FBAF36-0F7A-4306-952C-0139D7431BE5}" type="pres">
      <dgm:prSet presAssocID="{732D1C0C-DB26-4EB2-9162-CAFE7EF7DB5D}" presName="spacer" presStyleCnt="0"/>
      <dgm:spPr/>
    </dgm:pt>
    <dgm:pt modelId="{80D2C0F7-F32A-469B-B495-A1D021301646}" type="pres">
      <dgm:prSet presAssocID="{8DDA421D-C4D6-4157-8006-E5C37E27A9B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479D300-E601-4902-8BDA-2D60FA35C093}" type="pres">
      <dgm:prSet presAssocID="{6960A281-5385-452F-A1F1-DAFC49AB2CBB}" presName="spacer" presStyleCnt="0"/>
      <dgm:spPr/>
    </dgm:pt>
    <dgm:pt modelId="{BA69B1E8-619F-40CB-AAFA-3BA469F670CA}" type="pres">
      <dgm:prSet presAssocID="{BD1C49D2-CC54-4373-9700-C6642F7ADB7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560A680-DCF4-46C9-B615-FDD269074107}" type="pres">
      <dgm:prSet presAssocID="{BD1C49D2-CC54-4373-9700-C6642F7ADB78}" presName="childText" presStyleLbl="revTx" presStyleIdx="0" presStyleCnt="1">
        <dgm:presLayoutVars>
          <dgm:bulletEnabled val="1"/>
        </dgm:presLayoutVars>
      </dgm:prSet>
      <dgm:spPr/>
    </dgm:pt>
    <dgm:pt modelId="{EAF51DFD-46D0-4C3A-92B5-82ACEE5160A5}" type="pres">
      <dgm:prSet presAssocID="{5A5619E3-F167-4439-8E53-D4920E8A98A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0099964-CFB0-42F8-BDD4-F4A3C24E89ED}" type="pres">
      <dgm:prSet presAssocID="{1553D429-34CE-4CE6-BC6A-0F48D8417B92}" presName="spacer" presStyleCnt="0"/>
      <dgm:spPr/>
    </dgm:pt>
    <dgm:pt modelId="{791ACD1F-138D-4442-9FD5-F45F883DA2CD}" type="pres">
      <dgm:prSet presAssocID="{01BCF88E-01C8-4A1A-991A-AE6E433E08C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73E1856-553B-45FB-B24D-A93194DABC81}" type="pres">
      <dgm:prSet presAssocID="{896BD9F3-ADC6-4858-95E8-35F84297A7E4}" presName="spacer" presStyleCnt="0"/>
      <dgm:spPr/>
    </dgm:pt>
    <dgm:pt modelId="{B4B3F89E-A60D-4988-9A95-4EBD74FFF27A}" type="pres">
      <dgm:prSet presAssocID="{CD3277FE-FE80-40B9-8B5A-1598E494008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E95B501-D0A4-48C8-98E2-F09465EB63C2}" srcId="{70B1B2F7-C820-4129-AA69-1B1715A14D3D}" destId="{CD3277FE-FE80-40B9-8B5A-1598E4940089}" srcOrd="5" destOrd="0" parTransId="{08B13EE8-9BAB-41EA-881E-B94BDC77DE49}" sibTransId="{573BF907-20B7-463B-BFEA-465F052BDBAC}"/>
    <dgm:cxn modelId="{C9F8B603-92E2-4B5E-BF23-435391CC4665}" type="presOf" srcId="{66CAA9C9-E589-43B9-91EB-39D7E11E9665}" destId="{7560A680-DCF4-46C9-B615-FDD269074107}" srcOrd="0" destOrd="5" presId="urn:microsoft.com/office/officeart/2005/8/layout/vList2"/>
    <dgm:cxn modelId="{99AE7913-4A7F-4438-BC4C-8CC34BCDBFC3}" srcId="{BD1C49D2-CC54-4373-9700-C6642F7ADB78}" destId="{B160F3B6-DBF4-4B09-9AE3-713EC7473765}" srcOrd="4" destOrd="0" parTransId="{501425DF-FB5D-4EEA-AA22-DCA2BD0AE995}" sibTransId="{78C3E445-6063-4827-970F-A0C410F9F553}"/>
    <dgm:cxn modelId="{84144D17-B4A2-4425-A8F1-50F2F99DDE9E}" type="presOf" srcId="{BD1C49D2-CC54-4373-9700-C6642F7ADB78}" destId="{BA69B1E8-619F-40CB-AAFA-3BA469F670CA}" srcOrd="0" destOrd="0" presId="urn:microsoft.com/office/officeart/2005/8/layout/vList2"/>
    <dgm:cxn modelId="{B288113E-3F03-45E6-8C9B-DBE57368DEAB}" srcId="{70B1B2F7-C820-4129-AA69-1B1715A14D3D}" destId="{5A5619E3-F167-4439-8E53-D4920E8A98A1}" srcOrd="3" destOrd="0" parTransId="{193B3DA4-D838-4687-9918-9CC6C6F094F7}" sibTransId="{1553D429-34CE-4CE6-BC6A-0F48D8417B92}"/>
    <dgm:cxn modelId="{33E08D69-D194-4722-A3DB-F3B8FEA186D8}" type="presOf" srcId="{C186763A-430A-4DA6-8EEE-6CF85E170137}" destId="{7560A680-DCF4-46C9-B615-FDD269074107}" srcOrd="0" destOrd="0" presId="urn:microsoft.com/office/officeart/2005/8/layout/vList2"/>
    <dgm:cxn modelId="{AC99924B-B706-45DB-93E8-F57F69CCC270}" srcId="{BD1C49D2-CC54-4373-9700-C6642F7ADB78}" destId="{975C449A-1AEC-4C68-931C-16375FE971B8}" srcOrd="1" destOrd="0" parTransId="{07AFE4CA-2957-4632-937E-60D609A4DB53}" sibTransId="{5BF13E05-EDEE-4BCE-B5B8-9EC5C6356788}"/>
    <dgm:cxn modelId="{22FE8F55-B630-4410-939C-3F8CCDF1E20C}" type="presOf" srcId="{8DDA421D-C4D6-4157-8006-E5C37E27A9B1}" destId="{80D2C0F7-F32A-469B-B495-A1D021301646}" srcOrd="0" destOrd="0" presId="urn:microsoft.com/office/officeart/2005/8/layout/vList2"/>
    <dgm:cxn modelId="{2672A475-EB83-40F1-B9D7-817A3A3CB1B8}" type="presOf" srcId="{B160F3B6-DBF4-4B09-9AE3-713EC7473765}" destId="{7560A680-DCF4-46C9-B615-FDD269074107}" srcOrd="0" destOrd="4" presId="urn:microsoft.com/office/officeart/2005/8/layout/vList2"/>
    <dgm:cxn modelId="{9B46C756-ED89-4AD1-8C0D-CDDF0AD204AB}" type="presOf" srcId="{594F7E19-1399-4136-BE8B-2ACDFE44BD9F}" destId="{A097DD57-FA90-44FA-83D3-712420CF1BC9}" srcOrd="0" destOrd="0" presId="urn:microsoft.com/office/officeart/2005/8/layout/vList2"/>
    <dgm:cxn modelId="{1709FD7B-D6D5-43B0-82E5-86728940D0FC}" type="presOf" srcId="{056DB5A1-C6F9-402B-97E4-1C6673A78169}" destId="{7560A680-DCF4-46C9-B615-FDD269074107}" srcOrd="0" destOrd="3" presId="urn:microsoft.com/office/officeart/2005/8/layout/vList2"/>
    <dgm:cxn modelId="{9D42637E-E35A-493A-A239-2FE128D4E067}" srcId="{70B1B2F7-C820-4129-AA69-1B1715A14D3D}" destId="{594F7E19-1399-4136-BE8B-2ACDFE44BD9F}" srcOrd="0" destOrd="0" parTransId="{A441404D-0D0F-4BD2-8D4C-F2ECFD9EB9C0}" sibTransId="{732D1C0C-DB26-4EB2-9162-CAFE7EF7DB5D}"/>
    <dgm:cxn modelId="{7897C47E-2331-4BBB-9254-7A69F5ADE822}" type="presOf" srcId="{975C449A-1AEC-4C68-931C-16375FE971B8}" destId="{7560A680-DCF4-46C9-B615-FDD269074107}" srcOrd="0" destOrd="1" presId="urn:microsoft.com/office/officeart/2005/8/layout/vList2"/>
    <dgm:cxn modelId="{6DF88C95-A16E-4025-8606-3A74A5716648}" type="presOf" srcId="{CD3277FE-FE80-40B9-8B5A-1598E4940089}" destId="{B4B3F89E-A60D-4988-9A95-4EBD74FFF27A}" srcOrd="0" destOrd="0" presId="urn:microsoft.com/office/officeart/2005/8/layout/vList2"/>
    <dgm:cxn modelId="{5106A5A2-842E-4C29-92EB-148598FAE543}" srcId="{70B1B2F7-C820-4129-AA69-1B1715A14D3D}" destId="{8DDA421D-C4D6-4157-8006-E5C37E27A9B1}" srcOrd="1" destOrd="0" parTransId="{BE939929-4CAC-468E-88A1-2BCE2F2CE1BA}" sibTransId="{6960A281-5385-452F-A1F1-DAFC49AB2CBB}"/>
    <dgm:cxn modelId="{32E1AAA4-E156-4B1B-8ED4-6CC06039074C}" type="presOf" srcId="{D442F1B3-198A-444D-A18B-739FA6FE81E8}" destId="{7560A680-DCF4-46C9-B615-FDD269074107}" srcOrd="0" destOrd="2" presId="urn:microsoft.com/office/officeart/2005/8/layout/vList2"/>
    <dgm:cxn modelId="{60A21DAD-668C-44D3-8A72-D48358426C2F}" srcId="{BD1C49D2-CC54-4373-9700-C6642F7ADB78}" destId="{C186763A-430A-4DA6-8EEE-6CF85E170137}" srcOrd="0" destOrd="0" parTransId="{74AED59C-4C77-40C3-935B-C5905027D66E}" sibTransId="{4048080C-776A-4BE4-B400-700A10238666}"/>
    <dgm:cxn modelId="{E86FA3BD-93A3-4E7C-AD20-D8FAA9F424CC}" type="presOf" srcId="{70B1B2F7-C820-4129-AA69-1B1715A14D3D}" destId="{DAC89E3D-3026-4B47-A4CA-9B794C51B2AE}" srcOrd="0" destOrd="0" presId="urn:microsoft.com/office/officeart/2005/8/layout/vList2"/>
    <dgm:cxn modelId="{408BA6CD-A6EA-4108-B21F-539246EAF4A4}" type="presOf" srcId="{01BCF88E-01C8-4A1A-991A-AE6E433E08CD}" destId="{791ACD1F-138D-4442-9FD5-F45F883DA2CD}" srcOrd="0" destOrd="0" presId="urn:microsoft.com/office/officeart/2005/8/layout/vList2"/>
    <dgm:cxn modelId="{C954C6D8-7E8F-493D-B9E3-8A277B5C51C4}" srcId="{BD1C49D2-CC54-4373-9700-C6642F7ADB78}" destId="{66CAA9C9-E589-43B9-91EB-39D7E11E9665}" srcOrd="5" destOrd="0" parTransId="{31B560BD-5418-4BDA-92B2-0EB068B5DB8F}" sibTransId="{72ACD156-E87A-41DD-9667-5D9750D457DC}"/>
    <dgm:cxn modelId="{ECECCED9-70C9-4870-B2AE-E4D4939B4102}" type="presOf" srcId="{5A5619E3-F167-4439-8E53-D4920E8A98A1}" destId="{EAF51DFD-46D0-4C3A-92B5-82ACEE5160A5}" srcOrd="0" destOrd="0" presId="urn:microsoft.com/office/officeart/2005/8/layout/vList2"/>
    <dgm:cxn modelId="{5AD093DD-1138-4CF2-AFB5-E27A7BA4D5C3}" srcId="{BD1C49D2-CC54-4373-9700-C6642F7ADB78}" destId="{D442F1B3-198A-444D-A18B-739FA6FE81E8}" srcOrd="2" destOrd="0" parTransId="{46DAB25D-C190-46AB-90F4-6A56B298A804}" sibTransId="{1198772F-AFE3-4FED-A1E3-5051975730E7}"/>
    <dgm:cxn modelId="{6B7172E1-3FB6-4669-A86F-EFBE76314BBB}" srcId="{BD1C49D2-CC54-4373-9700-C6642F7ADB78}" destId="{056DB5A1-C6F9-402B-97E4-1C6673A78169}" srcOrd="3" destOrd="0" parTransId="{082F7EA7-D856-4059-824B-ACD87F7C8D70}" sibTransId="{E9F6356F-AAB7-4A90-AEE9-AC0A8B551F40}"/>
    <dgm:cxn modelId="{AB90CFF3-122D-4F3D-91D0-D2649AC6D8EA}" srcId="{70B1B2F7-C820-4129-AA69-1B1715A14D3D}" destId="{01BCF88E-01C8-4A1A-991A-AE6E433E08CD}" srcOrd="4" destOrd="0" parTransId="{66191CC3-AFAD-411D-8F91-565E87A0A20A}" sibTransId="{896BD9F3-ADC6-4858-95E8-35F84297A7E4}"/>
    <dgm:cxn modelId="{074FE2F3-1086-498B-9D0C-744F05AF7FAA}" srcId="{70B1B2F7-C820-4129-AA69-1B1715A14D3D}" destId="{BD1C49D2-CC54-4373-9700-C6642F7ADB78}" srcOrd="2" destOrd="0" parTransId="{89ED13F0-B900-49BC-935F-97D7961EB2D1}" sibTransId="{1DB29DBC-CF06-47E3-972A-10C12D663744}"/>
    <dgm:cxn modelId="{43FE0425-D3FB-4B86-8454-2F45F09E5D02}" type="presParOf" srcId="{DAC89E3D-3026-4B47-A4CA-9B794C51B2AE}" destId="{A097DD57-FA90-44FA-83D3-712420CF1BC9}" srcOrd="0" destOrd="0" presId="urn:microsoft.com/office/officeart/2005/8/layout/vList2"/>
    <dgm:cxn modelId="{7839A4BD-4072-4286-87B1-0500049A299C}" type="presParOf" srcId="{DAC89E3D-3026-4B47-A4CA-9B794C51B2AE}" destId="{C3FBAF36-0F7A-4306-952C-0139D7431BE5}" srcOrd="1" destOrd="0" presId="urn:microsoft.com/office/officeart/2005/8/layout/vList2"/>
    <dgm:cxn modelId="{3444B07D-94D7-4697-9AA4-628AEAF2D086}" type="presParOf" srcId="{DAC89E3D-3026-4B47-A4CA-9B794C51B2AE}" destId="{80D2C0F7-F32A-469B-B495-A1D021301646}" srcOrd="2" destOrd="0" presId="urn:microsoft.com/office/officeart/2005/8/layout/vList2"/>
    <dgm:cxn modelId="{8364D3E3-BD1E-4BEE-AE69-20BEDEECE230}" type="presParOf" srcId="{DAC89E3D-3026-4B47-A4CA-9B794C51B2AE}" destId="{B479D300-E601-4902-8BDA-2D60FA35C093}" srcOrd="3" destOrd="0" presId="urn:microsoft.com/office/officeart/2005/8/layout/vList2"/>
    <dgm:cxn modelId="{A32D4E47-D1C7-476D-BA75-F7CD3FE2BF3E}" type="presParOf" srcId="{DAC89E3D-3026-4B47-A4CA-9B794C51B2AE}" destId="{BA69B1E8-619F-40CB-AAFA-3BA469F670CA}" srcOrd="4" destOrd="0" presId="urn:microsoft.com/office/officeart/2005/8/layout/vList2"/>
    <dgm:cxn modelId="{0A542AD5-50E2-43D6-AA9E-EE5BA8E8CF32}" type="presParOf" srcId="{DAC89E3D-3026-4B47-A4CA-9B794C51B2AE}" destId="{7560A680-DCF4-46C9-B615-FDD269074107}" srcOrd="5" destOrd="0" presId="urn:microsoft.com/office/officeart/2005/8/layout/vList2"/>
    <dgm:cxn modelId="{EB50A6B2-3347-41EE-9298-4FC1CE443BD7}" type="presParOf" srcId="{DAC89E3D-3026-4B47-A4CA-9B794C51B2AE}" destId="{EAF51DFD-46D0-4C3A-92B5-82ACEE5160A5}" srcOrd="6" destOrd="0" presId="urn:microsoft.com/office/officeart/2005/8/layout/vList2"/>
    <dgm:cxn modelId="{C6B1C2DA-C565-44FF-915D-27D6A79A9BA8}" type="presParOf" srcId="{DAC89E3D-3026-4B47-A4CA-9B794C51B2AE}" destId="{E0099964-CFB0-42F8-BDD4-F4A3C24E89ED}" srcOrd="7" destOrd="0" presId="urn:microsoft.com/office/officeart/2005/8/layout/vList2"/>
    <dgm:cxn modelId="{BC8C80CC-1BC7-4304-B769-9AEC31CB6191}" type="presParOf" srcId="{DAC89E3D-3026-4B47-A4CA-9B794C51B2AE}" destId="{791ACD1F-138D-4442-9FD5-F45F883DA2CD}" srcOrd="8" destOrd="0" presId="urn:microsoft.com/office/officeart/2005/8/layout/vList2"/>
    <dgm:cxn modelId="{DE79B63E-C8D5-45F5-B2BD-B1111C61463D}" type="presParOf" srcId="{DAC89E3D-3026-4B47-A4CA-9B794C51B2AE}" destId="{E73E1856-553B-45FB-B24D-A93194DABC81}" srcOrd="9" destOrd="0" presId="urn:microsoft.com/office/officeart/2005/8/layout/vList2"/>
    <dgm:cxn modelId="{729595DA-6DF2-4182-9B9C-DC5A87E040A4}" type="presParOf" srcId="{DAC89E3D-3026-4B47-A4CA-9B794C51B2AE}" destId="{B4B3F89E-A60D-4988-9A95-4EBD74FFF27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B789FE-B505-4EF8-A013-6DC58A01DA8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5F5F8B-0113-4C21-9B01-C90FC408AC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 </a:t>
          </a:r>
          <a:r>
            <a:rPr lang="en-US"/>
            <a:t>Este trabalho aplica técnicas de Ciência de Dados e MachineLearning para detetar ficheiros PDF de phishing, utilizando odataset CIC-Trap4Phish 2025, composto por 19.296 amostras e10 features estruturais de ficheiros PDF.</a:t>
          </a:r>
        </a:p>
      </dgm:t>
    </dgm:pt>
    <dgm:pt modelId="{061694AC-A63E-44D4-BA5A-2B413945F1F3}" type="parTrans" cxnId="{66E0D0FD-6F5A-4783-84C6-296DAFE8A99A}">
      <dgm:prSet/>
      <dgm:spPr/>
      <dgm:t>
        <a:bodyPr/>
        <a:lstStyle/>
        <a:p>
          <a:endParaRPr lang="en-US"/>
        </a:p>
      </dgm:t>
    </dgm:pt>
    <dgm:pt modelId="{BB8F5C81-DDB6-4F45-9D8C-B5F41299930E}" type="sibTrans" cxnId="{66E0D0FD-6F5A-4783-84C6-296DAFE8A99A}">
      <dgm:prSet/>
      <dgm:spPr/>
      <dgm:t>
        <a:bodyPr/>
        <a:lstStyle/>
        <a:p>
          <a:endParaRPr lang="en-US"/>
        </a:p>
      </dgm:t>
    </dgm:pt>
    <dgm:pt modelId="{BC466B1B-875E-4BF3-836D-C630D2E896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 </a:t>
          </a:r>
          <a:r>
            <a:rPr lang="en-US"/>
            <a:t>Objetivo: construir e avaliar modelos de classificação capazes de distinguir PDFs legítimos de PDFs de phishing, com base em características como tamanho do ficheiro, comprimento do texto, entropia dos streams e metadados.</a:t>
          </a:r>
        </a:p>
      </dgm:t>
    </dgm:pt>
    <dgm:pt modelId="{D5EB14B4-AE2D-4083-A7D5-F7E81AA669BB}" type="parTrans" cxnId="{BCA507E6-CBF3-4BF9-8352-B90A8C30A844}">
      <dgm:prSet/>
      <dgm:spPr/>
      <dgm:t>
        <a:bodyPr/>
        <a:lstStyle/>
        <a:p>
          <a:endParaRPr lang="en-US"/>
        </a:p>
      </dgm:t>
    </dgm:pt>
    <dgm:pt modelId="{A0AA75B0-4270-4787-8CD9-BD69811ADB7F}" type="sibTrans" cxnId="{BCA507E6-CBF3-4BF9-8352-B90A8C30A844}">
      <dgm:prSet/>
      <dgm:spPr/>
      <dgm:t>
        <a:bodyPr/>
        <a:lstStyle/>
        <a:p>
          <a:endParaRPr lang="en-US"/>
        </a:p>
      </dgm:t>
    </dgm:pt>
    <dgm:pt modelId="{D34F52C0-1E60-4132-83ED-3019A24F27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Dataset: CIC-Trap4Phish 2025 — https://www.unb.ca/cic/datasets/trap4phish-2025.html</a:t>
          </a:r>
        </a:p>
      </dgm:t>
    </dgm:pt>
    <dgm:pt modelId="{AD8C7B75-8F2A-4EEC-BD22-B35F42AC0528}" type="parTrans" cxnId="{E8665530-7CE5-4380-A82D-90F74C5FA1D1}">
      <dgm:prSet/>
      <dgm:spPr/>
      <dgm:t>
        <a:bodyPr/>
        <a:lstStyle/>
        <a:p>
          <a:endParaRPr lang="en-US"/>
        </a:p>
      </dgm:t>
    </dgm:pt>
    <dgm:pt modelId="{E24CD2F7-DF3A-44D3-9785-D4556127D7EB}" type="sibTrans" cxnId="{E8665530-7CE5-4380-A82D-90F74C5FA1D1}">
      <dgm:prSet/>
      <dgm:spPr/>
      <dgm:t>
        <a:bodyPr/>
        <a:lstStyle/>
        <a:p>
          <a:endParaRPr lang="en-US"/>
        </a:p>
      </dgm:t>
    </dgm:pt>
    <dgm:pt modelId="{5DF8573F-0671-4DAE-AE1D-56A4E7F1E726}" type="pres">
      <dgm:prSet presAssocID="{0CB789FE-B505-4EF8-A013-6DC58A01DA82}" presName="root" presStyleCnt="0">
        <dgm:presLayoutVars>
          <dgm:dir/>
          <dgm:resizeHandles val="exact"/>
        </dgm:presLayoutVars>
      </dgm:prSet>
      <dgm:spPr/>
    </dgm:pt>
    <dgm:pt modelId="{A78E87F6-9100-4F16-A548-115A85CA3181}" type="pres">
      <dgm:prSet presAssocID="{3C5F5F8B-0113-4C21-9B01-C90FC408AC10}" presName="compNode" presStyleCnt="0"/>
      <dgm:spPr/>
    </dgm:pt>
    <dgm:pt modelId="{B30BF94B-11F4-4791-9175-13500F4DCD2F}" type="pres">
      <dgm:prSet presAssocID="{3C5F5F8B-0113-4C21-9B01-C90FC408AC10}" presName="bgRect" presStyleLbl="bgShp" presStyleIdx="0" presStyleCnt="3"/>
      <dgm:spPr/>
    </dgm:pt>
    <dgm:pt modelId="{FAEE4C33-B7FA-4475-90AB-D4779EDC0766}" type="pres">
      <dgm:prSet presAssocID="{3C5F5F8B-0113-4C21-9B01-C90FC408AC1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46BC66B2-0E98-4F6F-9812-14F5D3FFC402}" type="pres">
      <dgm:prSet presAssocID="{3C5F5F8B-0113-4C21-9B01-C90FC408AC10}" presName="spaceRect" presStyleCnt="0"/>
      <dgm:spPr/>
    </dgm:pt>
    <dgm:pt modelId="{5D0D9549-A74B-4276-A7E2-09ED076089EC}" type="pres">
      <dgm:prSet presAssocID="{3C5F5F8B-0113-4C21-9B01-C90FC408AC10}" presName="parTx" presStyleLbl="revTx" presStyleIdx="0" presStyleCnt="3">
        <dgm:presLayoutVars>
          <dgm:chMax val="0"/>
          <dgm:chPref val="0"/>
        </dgm:presLayoutVars>
      </dgm:prSet>
      <dgm:spPr/>
    </dgm:pt>
    <dgm:pt modelId="{36913225-285B-450C-AF40-C199BECCFA17}" type="pres">
      <dgm:prSet presAssocID="{BB8F5C81-DDB6-4F45-9D8C-B5F41299930E}" presName="sibTrans" presStyleCnt="0"/>
      <dgm:spPr/>
    </dgm:pt>
    <dgm:pt modelId="{3069B2E8-04CC-48D0-A853-9C9E570896E7}" type="pres">
      <dgm:prSet presAssocID="{BC466B1B-875E-4BF3-836D-C630D2E896C0}" presName="compNode" presStyleCnt="0"/>
      <dgm:spPr/>
    </dgm:pt>
    <dgm:pt modelId="{99BBB428-DDDD-4BD1-905D-B9B2E5BD9B82}" type="pres">
      <dgm:prSet presAssocID="{BC466B1B-875E-4BF3-836D-C630D2E896C0}" presName="bgRect" presStyleLbl="bgShp" presStyleIdx="1" presStyleCnt="3"/>
      <dgm:spPr/>
    </dgm:pt>
    <dgm:pt modelId="{F6709399-AA3E-4FA7-B998-16C1B20C7DBF}" type="pres">
      <dgm:prSet presAssocID="{BC466B1B-875E-4BF3-836D-C630D2E896C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9060AE0-F71E-49F9-9F62-AD851A8FF712}" type="pres">
      <dgm:prSet presAssocID="{BC466B1B-875E-4BF3-836D-C630D2E896C0}" presName="spaceRect" presStyleCnt="0"/>
      <dgm:spPr/>
    </dgm:pt>
    <dgm:pt modelId="{F0F3DD67-BC05-460D-A396-547CB3E347B2}" type="pres">
      <dgm:prSet presAssocID="{BC466B1B-875E-4BF3-836D-C630D2E896C0}" presName="parTx" presStyleLbl="revTx" presStyleIdx="1" presStyleCnt="3">
        <dgm:presLayoutVars>
          <dgm:chMax val="0"/>
          <dgm:chPref val="0"/>
        </dgm:presLayoutVars>
      </dgm:prSet>
      <dgm:spPr/>
    </dgm:pt>
    <dgm:pt modelId="{0236150B-F588-493E-970D-5E26C324ABC4}" type="pres">
      <dgm:prSet presAssocID="{A0AA75B0-4270-4787-8CD9-BD69811ADB7F}" presName="sibTrans" presStyleCnt="0"/>
      <dgm:spPr/>
    </dgm:pt>
    <dgm:pt modelId="{21B3E38F-3202-47A8-8952-D0CE89FE6850}" type="pres">
      <dgm:prSet presAssocID="{D34F52C0-1E60-4132-83ED-3019A24F27AD}" presName="compNode" presStyleCnt="0"/>
      <dgm:spPr/>
    </dgm:pt>
    <dgm:pt modelId="{B0A995DA-C4CC-429E-A62D-78C396922E64}" type="pres">
      <dgm:prSet presAssocID="{D34F52C0-1E60-4132-83ED-3019A24F27AD}" presName="bgRect" presStyleLbl="bgShp" presStyleIdx="2" presStyleCnt="3"/>
      <dgm:spPr/>
    </dgm:pt>
    <dgm:pt modelId="{4C26B9EF-77F5-41B4-964C-CAE9D82406D7}" type="pres">
      <dgm:prSet presAssocID="{D34F52C0-1E60-4132-83ED-3019A24F27A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D3FF6DEA-B50E-47C8-8BD9-88EE74D45D92}" type="pres">
      <dgm:prSet presAssocID="{D34F52C0-1E60-4132-83ED-3019A24F27AD}" presName="spaceRect" presStyleCnt="0"/>
      <dgm:spPr/>
    </dgm:pt>
    <dgm:pt modelId="{70C81DD8-DA01-4496-BD6C-8F99A655EC8C}" type="pres">
      <dgm:prSet presAssocID="{D34F52C0-1E60-4132-83ED-3019A24F27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A839310-DE3B-4ABF-B06F-40F1E5C7F87C}" type="presOf" srcId="{D34F52C0-1E60-4132-83ED-3019A24F27AD}" destId="{70C81DD8-DA01-4496-BD6C-8F99A655EC8C}" srcOrd="0" destOrd="0" presId="urn:microsoft.com/office/officeart/2018/2/layout/IconVerticalSolidList"/>
    <dgm:cxn modelId="{E8665530-7CE5-4380-A82D-90F74C5FA1D1}" srcId="{0CB789FE-B505-4EF8-A013-6DC58A01DA82}" destId="{D34F52C0-1E60-4132-83ED-3019A24F27AD}" srcOrd="2" destOrd="0" parTransId="{AD8C7B75-8F2A-4EEC-BD22-B35F42AC0528}" sibTransId="{E24CD2F7-DF3A-44D3-9785-D4556127D7EB}"/>
    <dgm:cxn modelId="{1C1F009D-4B48-4215-9DE1-628033B85236}" type="presOf" srcId="{BC466B1B-875E-4BF3-836D-C630D2E896C0}" destId="{F0F3DD67-BC05-460D-A396-547CB3E347B2}" srcOrd="0" destOrd="0" presId="urn:microsoft.com/office/officeart/2018/2/layout/IconVerticalSolidList"/>
    <dgm:cxn modelId="{01FA2EA0-017F-45EE-9B62-CEC43AD9B86D}" type="presOf" srcId="{3C5F5F8B-0113-4C21-9B01-C90FC408AC10}" destId="{5D0D9549-A74B-4276-A7E2-09ED076089EC}" srcOrd="0" destOrd="0" presId="urn:microsoft.com/office/officeart/2018/2/layout/IconVerticalSolidList"/>
    <dgm:cxn modelId="{AEDEDBCB-C27C-471D-84AA-11DE9CE2E899}" type="presOf" srcId="{0CB789FE-B505-4EF8-A013-6DC58A01DA82}" destId="{5DF8573F-0671-4DAE-AE1D-56A4E7F1E726}" srcOrd="0" destOrd="0" presId="urn:microsoft.com/office/officeart/2018/2/layout/IconVerticalSolidList"/>
    <dgm:cxn modelId="{BCA507E6-CBF3-4BF9-8352-B90A8C30A844}" srcId="{0CB789FE-B505-4EF8-A013-6DC58A01DA82}" destId="{BC466B1B-875E-4BF3-836D-C630D2E896C0}" srcOrd="1" destOrd="0" parTransId="{D5EB14B4-AE2D-4083-A7D5-F7E81AA669BB}" sibTransId="{A0AA75B0-4270-4787-8CD9-BD69811ADB7F}"/>
    <dgm:cxn modelId="{66E0D0FD-6F5A-4783-84C6-296DAFE8A99A}" srcId="{0CB789FE-B505-4EF8-A013-6DC58A01DA82}" destId="{3C5F5F8B-0113-4C21-9B01-C90FC408AC10}" srcOrd="0" destOrd="0" parTransId="{061694AC-A63E-44D4-BA5A-2B413945F1F3}" sibTransId="{BB8F5C81-DDB6-4F45-9D8C-B5F41299930E}"/>
    <dgm:cxn modelId="{0C807D4E-B923-438E-94C4-AF545BC21A54}" type="presParOf" srcId="{5DF8573F-0671-4DAE-AE1D-56A4E7F1E726}" destId="{A78E87F6-9100-4F16-A548-115A85CA3181}" srcOrd="0" destOrd="0" presId="urn:microsoft.com/office/officeart/2018/2/layout/IconVerticalSolidList"/>
    <dgm:cxn modelId="{1A7E3854-9D92-480E-9A81-8F551A9BA697}" type="presParOf" srcId="{A78E87F6-9100-4F16-A548-115A85CA3181}" destId="{B30BF94B-11F4-4791-9175-13500F4DCD2F}" srcOrd="0" destOrd="0" presId="urn:microsoft.com/office/officeart/2018/2/layout/IconVerticalSolidList"/>
    <dgm:cxn modelId="{D85044F2-484B-4840-8B47-21BF0AAA558C}" type="presParOf" srcId="{A78E87F6-9100-4F16-A548-115A85CA3181}" destId="{FAEE4C33-B7FA-4475-90AB-D4779EDC0766}" srcOrd="1" destOrd="0" presId="urn:microsoft.com/office/officeart/2018/2/layout/IconVerticalSolidList"/>
    <dgm:cxn modelId="{E0AAAABB-3750-4FEE-9164-CD880417BC34}" type="presParOf" srcId="{A78E87F6-9100-4F16-A548-115A85CA3181}" destId="{46BC66B2-0E98-4F6F-9812-14F5D3FFC402}" srcOrd="2" destOrd="0" presId="urn:microsoft.com/office/officeart/2018/2/layout/IconVerticalSolidList"/>
    <dgm:cxn modelId="{76865E34-1578-44A3-A1C4-57C5F7EBDA1D}" type="presParOf" srcId="{A78E87F6-9100-4F16-A548-115A85CA3181}" destId="{5D0D9549-A74B-4276-A7E2-09ED076089EC}" srcOrd="3" destOrd="0" presId="urn:microsoft.com/office/officeart/2018/2/layout/IconVerticalSolidList"/>
    <dgm:cxn modelId="{D65ABB77-9989-4B28-867F-9972F5C08C52}" type="presParOf" srcId="{5DF8573F-0671-4DAE-AE1D-56A4E7F1E726}" destId="{36913225-285B-450C-AF40-C199BECCFA17}" srcOrd="1" destOrd="0" presId="urn:microsoft.com/office/officeart/2018/2/layout/IconVerticalSolidList"/>
    <dgm:cxn modelId="{4C0DF1B6-FC47-4460-8410-4D3A1BCC295F}" type="presParOf" srcId="{5DF8573F-0671-4DAE-AE1D-56A4E7F1E726}" destId="{3069B2E8-04CC-48D0-A853-9C9E570896E7}" srcOrd="2" destOrd="0" presId="urn:microsoft.com/office/officeart/2018/2/layout/IconVerticalSolidList"/>
    <dgm:cxn modelId="{CE72A9C7-691E-4C46-87BC-13507050EE32}" type="presParOf" srcId="{3069B2E8-04CC-48D0-A853-9C9E570896E7}" destId="{99BBB428-DDDD-4BD1-905D-B9B2E5BD9B82}" srcOrd="0" destOrd="0" presId="urn:microsoft.com/office/officeart/2018/2/layout/IconVerticalSolidList"/>
    <dgm:cxn modelId="{83A4FD20-01A9-483D-ACC6-82B00A6E2321}" type="presParOf" srcId="{3069B2E8-04CC-48D0-A853-9C9E570896E7}" destId="{F6709399-AA3E-4FA7-B998-16C1B20C7DBF}" srcOrd="1" destOrd="0" presId="urn:microsoft.com/office/officeart/2018/2/layout/IconVerticalSolidList"/>
    <dgm:cxn modelId="{CBEB841B-7F24-4814-A306-FE990D966EBD}" type="presParOf" srcId="{3069B2E8-04CC-48D0-A853-9C9E570896E7}" destId="{29060AE0-F71E-49F9-9F62-AD851A8FF712}" srcOrd="2" destOrd="0" presId="urn:microsoft.com/office/officeart/2018/2/layout/IconVerticalSolidList"/>
    <dgm:cxn modelId="{096F2237-CA2C-4DCB-827B-ED21033356E0}" type="presParOf" srcId="{3069B2E8-04CC-48D0-A853-9C9E570896E7}" destId="{F0F3DD67-BC05-460D-A396-547CB3E347B2}" srcOrd="3" destOrd="0" presId="urn:microsoft.com/office/officeart/2018/2/layout/IconVerticalSolidList"/>
    <dgm:cxn modelId="{456444AD-CC02-434F-B510-C4D42D3D8503}" type="presParOf" srcId="{5DF8573F-0671-4DAE-AE1D-56A4E7F1E726}" destId="{0236150B-F588-493E-970D-5E26C324ABC4}" srcOrd="3" destOrd="0" presId="urn:microsoft.com/office/officeart/2018/2/layout/IconVerticalSolidList"/>
    <dgm:cxn modelId="{9AC104A5-7961-479B-BDF7-ECF660FFA553}" type="presParOf" srcId="{5DF8573F-0671-4DAE-AE1D-56A4E7F1E726}" destId="{21B3E38F-3202-47A8-8952-D0CE89FE6850}" srcOrd="4" destOrd="0" presId="urn:microsoft.com/office/officeart/2018/2/layout/IconVerticalSolidList"/>
    <dgm:cxn modelId="{25DB0E5E-F3F8-41D1-88A1-2A4AA14EAAFD}" type="presParOf" srcId="{21B3E38F-3202-47A8-8952-D0CE89FE6850}" destId="{B0A995DA-C4CC-429E-A62D-78C396922E64}" srcOrd="0" destOrd="0" presId="urn:microsoft.com/office/officeart/2018/2/layout/IconVerticalSolidList"/>
    <dgm:cxn modelId="{994FC531-DB45-429C-A26C-BE73B6A841FD}" type="presParOf" srcId="{21B3E38F-3202-47A8-8952-D0CE89FE6850}" destId="{4C26B9EF-77F5-41B4-964C-CAE9D82406D7}" srcOrd="1" destOrd="0" presId="urn:microsoft.com/office/officeart/2018/2/layout/IconVerticalSolidList"/>
    <dgm:cxn modelId="{517027DF-F16F-485A-A358-A4BB0161C5F8}" type="presParOf" srcId="{21B3E38F-3202-47A8-8952-D0CE89FE6850}" destId="{D3FF6DEA-B50E-47C8-8BD9-88EE74D45D92}" srcOrd="2" destOrd="0" presId="urn:microsoft.com/office/officeart/2018/2/layout/IconVerticalSolidList"/>
    <dgm:cxn modelId="{C2E6CA52-AF09-4730-8AAF-98458E0A556E}" type="presParOf" srcId="{21B3E38F-3202-47A8-8952-D0CE89FE6850}" destId="{70C81DD8-DA01-4496-BD6C-8F99A655EC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645906-986C-4F63-AE6B-36A45AD831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472B93-7D57-4B22-9149-AA752B2208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■</a:t>
          </a:r>
          <a:r>
            <a:rPr lang="en-US" i="1"/>
            <a:t> </a:t>
          </a:r>
          <a:r>
            <a:rPr lang="en-US"/>
            <a:t>Linguagem de programação: Python 3. Bibliotecas utilizadas: Pandas e NumPy (manipulação de dados), Matplotlib e Seaborn (visualização), Scikit-learn (modelos ML, normalização, seleção de features), Imbalanced-learn (SMOTE).</a:t>
          </a:r>
        </a:p>
      </dgm:t>
    </dgm:pt>
    <dgm:pt modelId="{BD50CE1C-3559-4A3E-B9E0-8A6081672C17}" type="parTrans" cxnId="{9255E322-052C-4115-8EF3-575FC3E1D86F}">
      <dgm:prSet/>
      <dgm:spPr/>
      <dgm:t>
        <a:bodyPr/>
        <a:lstStyle/>
        <a:p>
          <a:endParaRPr lang="en-US"/>
        </a:p>
      </dgm:t>
    </dgm:pt>
    <dgm:pt modelId="{BE7EF722-E05E-4E7E-8D4B-DE6438E73F3D}" type="sibTrans" cxnId="{9255E322-052C-4115-8EF3-575FC3E1D86F}">
      <dgm:prSet/>
      <dgm:spPr/>
      <dgm:t>
        <a:bodyPr/>
        <a:lstStyle/>
        <a:p>
          <a:endParaRPr lang="en-US"/>
        </a:p>
      </dgm:t>
    </dgm:pt>
    <dgm:pt modelId="{3D1B787C-B957-4D02-A0CA-77BAC6682C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 </a:t>
          </a:r>
          <a:r>
            <a:rPr lang="en-US"/>
            <a:t>Algoritmos aplicados: K-Nearest Neighbors, Regressão Logística, Árvore de Decisão, Random Forest, SVM, Naive Bayes e Regressão Linear. Técnicas de pré-processamento: clipagem IQR×3, transformação log1p, RobustScaler e balanceamento SMOTE.  </a:t>
          </a:r>
        </a:p>
      </dgm:t>
    </dgm:pt>
    <dgm:pt modelId="{DE20F2EF-11E7-4690-9D74-78725EAAFB4D}" type="parTrans" cxnId="{3899F9C5-9BCD-46F3-8277-412CB5670AF9}">
      <dgm:prSet/>
      <dgm:spPr/>
      <dgm:t>
        <a:bodyPr/>
        <a:lstStyle/>
        <a:p>
          <a:endParaRPr lang="en-US"/>
        </a:p>
      </dgm:t>
    </dgm:pt>
    <dgm:pt modelId="{025367EB-AD64-4E7B-9874-5B7540FD5009}" type="sibTrans" cxnId="{3899F9C5-9BCD-46F3-8277-412CB5670AF9}">
      <dgm:prSet/>
      <dgm:spPr/>
      <dgm:t>
        <a:bodyPr/>
        <a:lstStyle/>
        <a:p>
          <a:endParaRPr lang="en-US"/>
        </a:p>
      </dgm:t>
    </dgm:pt>
    <dgm:pt modelId="{D47DF300-5780-40BA-85BD-BD422CE7FC6B}" type="pres">
      <dgm:prSet presAssocID="{50645906-986C-4F63-AE6B-36A45AD8318C}" presName="root" presStyleCnt="0">
        <dgm:presLayoutVars>
          <dgm:dir/>
          <dgm:resizeHandles val="exact"/>
        </dgm:presLayoutVars>
      </dgm:prSet>
      <dgm:spPr/>
    </dgm:pt>
    <dgm:pt modelId="{C7338BB9-64B0-4825-A77A-1B35ACBDF25F}" type="pres">
      <dgm:prSet presAssocID="{E4472B93-7D57-4B22-9149-AA752B22084D}" presName="compNode" presStyleCnt="0"/>
      <dgm:spPr/>
    </dgm:pt>
    <dgm:pt modelId="{EAF36189-3B6E-4CC3-8F91-DFE47BC67263}" type="pres">
      <dgm:prSet presAssocID="{E4472B93-7D57-4B22-9149-AA752B22084D}" presName="bgRect" presStyleLbl="bgShp" presStyleIdx="0" presStyleCnt="2"/>
      <dgm:spPr/>
    </dgm:pt>
    <dgm:pt modelId="{35A88DA7-EE45-4204-AAD0-5585B09840BB}" type="pres">
      <dgm:prSet presAssocID="{E4472B93-7D57-4B22-9149-AA752B22084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F774E7C1-10D6-4DAC-95BB-9BE5FA5867D8}" type="pres">
      <dgm:prSet presAssocID="{E4472B93-7D57-4B22-9149-AA752B22084D}" presName="spaceRect" presStyleCnt="0"/>
      <dgm:spPr/>
    </dgm:pt>
    <dgm:pt modelId="{6AD42750-882E-4DDF-BB1C-2C52CBC19C63}" type="pres">
      <dgm:prSet presAssocID="{E4472B93-7D57-4B22-9149-AA752B22084D}" presName="parTx" presStyleLbl="revTx" presStyleIdx="0" presStyleCnt="2">
        <dgm:presLayoutVars>
          <dgm:chMax val="0"/>
          <dgm:chPref val="0"/>
        </dgm:presLayoutVars>
      </dgm:prSet>
      <dgm:spPr/>
    </dgm:pt>
    <dgm:pt modelId="{D6D2D4FE-9DD3-4D01-93D9-6298AA05C1EA}" type="pres">
      <dgm:prSet presAssocID="{BE7EF722-E05E-4E7E-8D4B-DE6438E73F3D}" presName="sibTrans" presStyleCnt="0"/>
      <dgm:spPr/>
    </dgm:pt>
    <dgm:pt modelId="{D4BAFE1D-55ED-4685-A1F3-F7377CE6547B}" type="pres">
      <dgm:prSet presAssocID="{3D1B787C-B957-4D02-A0CA-77BAC6682C87}" presName="compNode" presStyleCnt="0"/>
      <dgm:spPr/>
    </dgm:pt>
    <dgm:pt modelId="{87C6080D-5A9E-4293-9217-E99A8470F509}" type="pres">
      <dgm:prSet presAssocID="{3D1B787C-B957-4D02-A0CA-77BAC6682C87}" presName="bgRect" presStyleLbl="bgShp" presStyleIdx="1" presStyleCnt="2"/>
      <dgm:spPr/>
    </dgm:pt>
    <dgm:pt modelId="{47C740C3-B7A4-4CD8-801F-89DB55E50DA0}" type="pres">
      <dgm:prSet presAssocID="{3D1B787C-B957-4D02-A0CA-77BAC6682C8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C965D87-CAAE-4166-9059-7DF8D29EC6E2}" type="pres">
      <dgm:prSet presAssocID="{3D1B787C-B957-4D02-A0CA-77BAC6682C87}" presName="spaceRect" presStyleCnt="0"/>
      <dgm:spPr/>
    </dgm:pt>
    <dgm:pt modelId="{3A8ABCFB-36B7-4869-AC31-43DFF54C4A33}" type="pres">
      <dgm:prSet presAssocID="{3D1B787C-B957-4D02-A0CA-77BAC6682C8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255E322-052C-4115-8EF3-575FC3E1D86F}" srcId="{50645906-986C-4F63-AE6B-36A45AD8318C}" destId="{E4472B93-7D57-4B22-9149-AA752B22084D}" srcOrd="0" destOrd="0" parTransId="{BD50CE1C-3559-4A3E-B9E0-8A6081672C17}" sibTransId="{BE7EF722-E05E-4E7E-8D4B-DE6438E73F3D}"/>
    <dgm:cxn modelId="{F1A05D4E-C628-40CE-B45E-C4496A95A821}" type="presOf" srcId="{E4472B93-7D57-4B22-9149-AA752B22084D}" destId="{6AD42750-882E-4DDF-BB1C-2C52CBC19C63}" srcOrd="0" destOrd="0" presId="urn:microsoft.com/office/officeart/2018/2/layout/IconVerticalSolidList"/>
    <dgm:cxn modelId="{1BFF8792-7EB9-42C5-913B-53CF7DF406D6}" type="presOf" srcId="{3D1B787C-B957-4D02-A0CA-77BAC6682C87}" destId="{3A8ABCFB-36B7-4869-AC31-43DFF54C4A33}" srcOrd="0" destOrd="0" presId="urn:microsoft.com/office/officeart/2018/2/layout/IconVerticalSolidList"/>
    <dgm:cxn modelId="{3899F9C5-9BCD-46F3-8277-412CB5670AF9}" srcId="{50645906-986C-4F63-AE6B-36A45AD8318C}" destId="{3D1B787C-B957-4D02-A0CA-77BAC6682C87}" srcOrd="1" destOrd="0" parTransId="{DE20F2EF-11E7-4690-9D74-78725EAAFB4D}" sibTransId="{025367EB-AD64-4E7B-9874-5B7540FD5009}"/>
    <dgm:cxn modelId="{F1C1EEE6-2A4D-4809-B9F5-A0AA162C1ED0}" type="presOf" srcId="{50645906-986C-4F63-AE6B-36A45AD8318C}" destId="{D47DF300-5780-40BA-85BD-BD422CE7FC6B}" srcOrd="0" destOrd="0" presId="urn:microsoft.com/office/officeart/2018/2/layout/IconVerticalSolidList"/>
    <dgm:cxn modelId="{3D2F8B05-D05B-43D8-AEEE-9C93699C672A}" type="presParOf" srcId="{D47DF300-5780-40BA-85BD-BD422CE7FC6B}" destId="{C7338BB9-64B0-4825-A77A-1B35ACBDF25F}" srcOrd="0" destOrd="0" presId="urn:microsoft.com/office/officeart/2018/2/layout/IconVerticalSolidList"/>
    <dgm:cxn modelId="{641E438D-44E3-43D0-80C5-BD7A6039DD28}" type="presParOf" srcId="{C7338BB9-64B0-4825-A77A-1B35ACBDF25F}" destId="{EAF36189-3B6E-4CC3-8F91-DFE47BC67263}" srcOrd="0" destOrd="0" presId="urn:microsoft.com/office/officeart/2018/2/layout/IconVerticalSolidList"/>
    <dgm:cxn modelId="{2769C5DB-AE43-47D6-B941-BE4991B3BFE7}" type="presParOf" srcId="{C7338BB9-64B0-4825-A77A-1B35ACBDF25F}" destId="{35A88DA7-EE45-4204-AAD0-5585B09840BB}" srcOrd="1" destOrd="0" presId="urn:microsoft.com/office/officeart/2018/2/layout/IconVerticalSolidList"/>
    <dgm:cxn modelId="{EDF9E7A4-FB50-422B-9CF7-128959060302}" type="presParOf" srcId="{C7338BB9-64B0-4825-A77A-1B35ACBDF25F}" destId="{F774E7C1-10D6-4DAC-95BB-9BE5FA5867D8}" srcOrd="2" destOrd="0" presId="urn:microsoft.com/office/officeart/2018/2/layout/IconVerticalSolidList"/>
    <dgm:cxn modelId="{5CB6FD60-6101-41F5-BA7D-14A96F7085E6}" type="presParOf" srcId="{C7338BB9-64B0-4825-A77A-1B35ACBDF25F}" destId="{6AD42750-882E-4DDF-BB1C-2C52CBC19C63}" srcOrd="3" destOrd="0" presId="urn:microsoft.com/office/officeart/2018/2/layout/IconVerticalSolidList"/>
    <dgm:cxn modelId="{4F689B38-FB0F-4FF8-AD7D-298659CF9AE6}" type="presParOf" srcId="{D47DF300-5780-40BA-85BD-BD422CE7FC6B}" destId="{D6D2D4FE-9DD3-4D01-93D9-6298AA05C1EA}" srcOrd="1" destOrd="0" presId="urn:microsoft.com/office/officeart/2018/2/layout/IconVerticalSolidList"/>
    <dgm:cxn modelId="{746ED45D-F8D9-4B20-9A78-7D70FFFDAD17}" type="presParOf" srcId="{D47DF300-5780-40BA-85BD-BD422CE7FC6B}" destId="{D4BAFE1D-55ED-4685-A1F3-F7377CE6547B}" srcOrd="2" destOrd="0" presId="urn:microsoft.com/office/officeart/2018/2/layout/IconVerticalSolidList"/>
    <dgm:cxn modelId="{F4C64746-5A28-4413-B066-E4C6801B3105}" type="presParOf" srcId="{D4BAFE1D-55ED-4685-A1F3-F7377CE6547B}" destId="{87C6080D-5A9E-4293-9217-E99A8470F509}" srcOrd="0" destOrd="0" presId="urn:microsoft.com/office/officeart/2018/2/layout/IconVerticalSolidList"/>
    <dgm:cxn modelId="{0BC6492F-2BAA-431D-ACE2-A63F76B08F83}" type="presParOf" srcId="{D4BAFE1D-55ED-4685-A1F3-F7377CE6547B}" destId="{47C740C3-B7A4-4CD8-801F-89DB55E50DA0}" srcOrd="1" destOrd="0" presId="urn:microsoft.com/office/officeart/2018/2/layout/IconVerticalSolidList"/>
    <dgm:cxn modelId="{61FC4375-FB8E-4951-8874-F35918C8992C}" type="presParOf" srcId="{D4BAFE1D-55ED-4685-A1F3-F7377CE6547B}" destId="{1C965D87-CAAE-4166-9059-7DF8D29EC6E2}" srcOrd="2" destOrd="0" presId="urn:microsoft.com/office/officeart/2018/2/layout/IconVerticalSolidList"/>
    <dgm:cxn modelId="{59E8C393-D054-4D10-89C1-9412BC9F46D4}" type="presParOf" srcId="{D4BAFE1D-55ED-4685-A1F3-F7377CE6547B}" destId="{3A8ABCFB-36B7-4869-AC31-43DFF54C4A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5C7AD2-66E9-4B6A-B39B-DFCBA104DF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B6B09-D8E2-4CE8-B508-3C615DC6E0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 dirty="0"/>
            <a:t>■</a:t>
          </a:r>
          <a:r>
            <a:rPr lang="en-US" i="1" dirty="0"/>
            <a:t> </a:t>
          </a:r>
          <a:r>
            <a:rPr lang="en-US" dirty="0" err="1"/>
            <a:t>Problema</a:t>
          </a:r>
          <a:r>
            <a:rPr lang="en-US" dirty="0"/>
            <a:t>: </a:t>
          </a:r>
          <a:r>
            <a:rPr lang="en-US" dirty="0" err="1"/>
            <a:t>classificação</a:t>
          </a:r>
          <a:r>
            <a:rPr lang="en-US" dirty="0"/>
            <a:t> </a:t>
          </a:r>
          <a:r>
            <a:rPr lang="en-US" dirty="0" err="1"/>
            <a:t>binária</a:t>
          </a:r>
          <a:r>
            <a:rPr lang="en-US" dirty="0"/>
            <a:t> de </a:t>
          </a:r>
          <a:r>
            <a:rPr lang="en-US" dirty="0" err="1"/>
            <a:t>ficheiros</a:t>
          </a:r>
          <a:r>
            <a:rPr lang="en-US" dirty="0"/>
            <a:t> PDF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legítimos</a:t>
          </a:r>
          <a:r>
            <a:rPr lang="en-US" dirty="0"/>
            <a:t> (0) </a:t>
          </a:r>
          <a:r>
            <a:rPr lang="en-US" dirty="0" err="1"/>
            <a:t>ou</a:t>
          </a:r>
          <a:r>
            <a:rPr lang="en-US" dirty="0"/>
            <a:t> phishing (1). Dataset CIC-Trap4Phish 2025 com 19.296 </a:t>
          </a:r>
          <a:r>
            <a:rPr lang="en-US" dirty="0" err="1"/>
            <a:t>amostras</a:t>
          </a:r>
          <a:r>
            <a:rPr lang="en-US" dirty="0"/>
            <a:t>, 10 features </a:t>
          </a:r>
          <a:r>
            <a:rPr lang="en-US" dirty="0" err="1"/>
            <a:t>estruturais</a:t>
          </a:r>
          <a:r>
            <a:rPr lang="en-US" dirty="0"/>
            <a:t>. </a:t>
          </a:r>
          <a:r>
            <a:rPr lang="en-US" dirty="0" err="1"/>
            <a:t>Inspeção</a:t>
          </a:r>
          <a:r>
            <a:rPr lang="en-US" dirty="0"/>
            <a:t> </a:t>
          </a:r>
          <a:r>
            <a:rPr lang="en-US" dirty="0" err="1"/>
            <a:t>inicial</a:t>
          </a:r>
          <a:r>
            <a:rPr lang="en-US" dirty="0"/>
            <a:t>: zero </a:t>
          </a:r>
          <a:r>
            <a:rPr lang="en-US" dirty="0" err="1"/>
            <a:t>valores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falta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todas</a:t>
          </a:r>
          <a:r>
            <a:rPr lang="en-US" dirty="0"/>
            <a:t> as </a:t>
          </a:r>
          <a:r>
            <a:rPr lang="en-US" dirty="0" err="1"/>
            <a:t>colunas</a:t>
          </a:r>
          <a:r>
            <a:rPr lang="en-US" dirty="0"/>
            <a:t>. </a:t>
          </a:r>
          <a:r>
            <a:rPr lang="en-US" dirty="0" err="1"/>
            <a:t>Detetadas</a:t>
          </a:r>
          <a:r>
            <a:rPr lang="en-US" dirty="0"/>
            <a:t> 3.950 </a:t>
          </a:r>
          <a:r>
            <a:rPr lang="en-US" dirty="0" err="1"/>
            <a:t>linhas</a:t>
          </a:r>
          <a:r>
            <a:rPr lang="en-US" dirty="0"/>
            <a:t> </a:t>
          </a:r>
          <a:r>
            <a:rPr lang="en-US" dirty="0" err="1"/>
            <a:t>duplicadas</a:t>
          </a:r>
          <a:r>
            <a:rPr lang="en-US" dirty="0"/>
            <a:t> (20,5%) — </a:t>
          </a:r>
          <a:r>
            <a:rPr lang="en-US" dirty="0" err="1"/>
            <a:t>mantidas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>
              <a:latin typeface="Calibri"/>
            </a:rPr>
            <a:t>representarem</a:t>
          </a:r>
          <a:r>
            <a:rPr lang="en-US" dirty="0">
              <a:latin typeface="Calibri"/>
            </a:rPr>
            <a:t> </a:t>
          </a:r>
          <a:r>
            <a:rPr lang="en-US" dirty="0" err="1">
              <a:latin typeface="Calibri"/>
            </a:rPr>
            <a:t>padrões</a:t>
          </a:r>
          <a:r>
            <a:rPr lang="en-US" dirty="0"/>
            <a:t> reais do </a:t>
          </a:r>
          <a:r>
            <a:rPr lang="en-US" dirty="0">
              <a:latin typeface="Calibri"/>
            </a:rPr>
            <a:t>dataset original</a:t>
          </a:r>
          <a:r>
            <a:rPr lang="en-US" dirty="0"/>
            <a:t>. </a:t>
          </a:r>
          <a:r>
            <a:rPr lang="en-US" dirty="0" err="1"/>
            <a:t>Distribuição</a:t>
          </a:r>
          <a:r>
            <a:rPr lang="en-US" dirty="0"/>
            <a:t> de classes: 48,2% </a:t>
          </a:r>
          <a:r>
            <a:rPr lang="en-US" dirty="0" err="1"/>
            <a:t>legítimos</a:t>
          </a:r>
          <a:r>
            <a:rPr lang="en-US" dirty="0"/>
            <a:t> e 51,8% phishing.</a:t>
          </a:r>
        </a:p>
      </dgm:t>
    </dgm:pt>
    <dgm:pt modelId="{CA8DA5D6-2A72-4FF9-AB36-D6AAD7C3BEE9}" type="parTrans" cxnId="{7B1E4794-0B6D-49D2-BE08-ABC1E1F4FFA8}">
      <dgm:prSet/>
      <dgm:spPr/>
      <dgm:t>
        <a:bodyPr/>
        <a:lstStyle/>
        <a:p>
          <a:endParaRPr lang="en-US"/>
        </a:p>
      </dgm:t>
    </dgm:pt>
    <dgm:pt modelId="{4FADD97A-9F2B-45B1-9376-433FA2D67A87}" type="sibTrans" cxnId="{7B1E4794-0B6D-49D2-BE08-ABC1E1F4FFA8}">
      <dgm:prSet/>
      <dgm:spPr/>
      <dgm:t>
        <a:bodyPr/>
        <a:lstStyle/>
        <a:p>
          <a:endParaRPr lang="en-US"/>
        </a:p>
      </dgm:t>
    </dgm:pt>
    <dgm:pt modelId="{3B54330A-10DE-48BE-A6FC-992A857C8E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■ </a:t>
          </a:r>
          <a:r>
            <a:rPr lang="en-US" dirty="0"/>
            <a:t>Features </a:t>
          </a:r>
          <a:r>
            <a:rPr lang="en-US" dirty="0" err="1"/>
            <a:t>disponíveis</a:t>
          </a:r>
          <a:r>
            <a:rPr lang="en-US" dirty="0"/>
            <a:t>: </a:t>
          </a:r>
          <a:r>
            <a:rPr lang="en-US" dirty="0" err="1"/>
            <a:t>text_length</a:t>
          </a:r>
          <a:r>
            <a:rPr lang="en-US" dirty="0"/>
            <a:t>, </a:t>
          </a:r>
          <a:r>
            <a:rPr lang="en-US" dirty="0" err="1"/>
            <a:t>total_filters</a:t>
          </a:r>
          <a:r>
            <a:rPr lang="en-US" dirty="0"/>
            <a:t>, </a:t>
          </a:r>
          <a:r>
            <a:rPr lang="en-US" dirty="0" err="1"/>
            <a:t>title_chars</a:t>
          </a:r>
          <a:r>
            <a:rPr lang="en-US" dirty="0"/>
            <a:t>, </a:t>
          </a:r>
          <a:r>
            <a:rPr lang="en-US" dirty="0" err="1"/>
            <a:t>file_size</a:t>
          </a:r>
          <a:r>
            <a:rPr lang="en-US" dirty="0"/>
            <a:t>, </a:t>
          </a:r>
          <a:r>
            <a:rPr lang="en-US" dirty="0" err="1"/>
            <a:t>object_count</a:t>
          </a:r>
          <a:r>
            <a:rPr lang="en-US" dirty="0"/>
            <a:t>, </a:t>
          </a:r>
          <a:r>
            <a:rPr lang="en-US" dirty="0" err="1"/>
            <a:t>stream_count</a:t>
          </a:r>
          <a:r>
            <a:rPr lang="en-US" dirty="0"/>
            <a:t>, </a:t>
          </a:r>
          <a:r>
            <a:rPr lang="en-US" dirty="0" err="1"/>
            <a:t>endstream_count</a:t>
          </a:r>
          <a:r>
            <a:rPr lang="en-US" dirty="0"/>
            <a:t>, </a:t>
          </a:r>
          <a:r>
            <a:rPr lang="en-US" dirty="0" err="1"/>
            <a:t>metadata_size</a:t>
          </a:r>
          <a:r>
            <a:rPr lang="en-US" dirty="0"/>
            <a:t>, </a:t>
          </a:r>
          <a:r>
            <a:rPr lang="en-US" dirty="0" err="1"/>
            <a:t>valid_pdf_header</a:t>
          </a:r>
          <a:r>
            <a:rPr lang="en-US" dirty="0"/>
            <a:t>, </a:t>
          </a:r>
          <a:r>
            <a:rPr lang="en-US" dirty="0" err="1"/>
            <a:t>entropy_of_streams</a:t>
          </a:r>
          <a:r>
            <a:rPr lang="en-US" dirty="0"/>
            <a:t>. </a:t>
          </a:r>
          <a:r>
            <a:rPr lang="en-US" dirty="0" err="1"/>
            <a:t>Variável</a:t>
          </a:r>
          <a:r>
            <a:rPr lang="en-US" dirty="0"/>
            <a:t> </a:t>
          </a:r>
          <a:r>
            <a:rPr lang="en-US" dirty="0" err="1"/>
            <a:t>alvo</a:t>
          </a:r>
          <a:r>
            <a:rPr lang="en-US" dirty="0"/>
            <a:t>: label (0 = </a:t>
          </a:r>
          <a:r>
            <a:rPr lang="en-US" dirty="0" err="1"/>
            <a:t>legítimo</a:t>
          </a:r>
          <a:r>
            <a:rPr lang="en-US" dirty="0"/>
            <a:t>, 1 = phishing).</a:t>
          </a:r>
        </a:p>
      </dgm:t>
    </dgm:pt>
    <dgm:pt modelId="{83ED4746-5174-48C8-96ED-3CF16CC249A4}" type="parTrans" cxnId="{B4B4D857-AE1E-4D95-86E2-F1A2953F7F07}">
      <dgm:prSet/>
      <dgm:spPr/>
      <dgm:t>
        <a:bodyPr/>
        <a:lstStyle/>
        <a:p>
          <a:endParaRPr lang="en-US"/>
        </a:p>
      </dgm:t>
    </dgm:pt>
    <dgm:pt modelId="{5562CE97-D12C-4C3B-89C3-DCF2586C164A}" type="sibTrans" cxnId="{B4B4D857-AE1E-4D95-86E2-F1A2953F7F07}">
      <dgm:prSet/>
      <dgm:spPr/>
      <dgm:t>
        <a:bodyPr/>
        <a:lstStyle/>
        <a:p>
          <a:endParaRPr lang="en-US"/>
        </a:p>
      </dgm:t>
    </dgm:pt>
    <dgm:pt modelId="{2B62ACEB-56A6-4C59-A263-8F1237ED3702}" type="pres">
      <dgm:prSet presAssocID="{615C7AD2-66E9-4B6A-B39B-DFCBA104DFB1}" presName="root" presStyleCnt="0">
        <dgm:presLayoutVars>
          <dgm:dir/>
          <dgm:resizeHandles val="exact"/>
        </dgm:presLayoutVars>
      </dgm:prSet>
      <dgm:spPr/>
    </dgm:pt>
    <dgm:pt modelId="{66F01F4D-F00A-4944-ADBE-25B17A5A31C0}" type="pres">
      <dgm:prSet presAssocID="{760B6B09-D8E2-4CE8-B508-3C615DC6E0B5}" presName="compNode" presStyleCnt="0"/>
      <dgm:spPr/>
    </dgm:pt>
    <dgm:pt modelId="{42A6AB7F-868E-4073-8944-F1ACDB31956D}" type="pres">
      <dgm:prSet presAssocID="{760B6B09-D8E2-4CE8-B508-3C615DC6E0B5}" presName="bgRect" presStyleLbl="bgShp" presStyleIdx="0" presStyleCnt="2"/>
      <dgm:spPr/>
    </dgm:pt>
    <dgm:pt modelId="{0A5CD8A3-DF95-426F-B637-28460ECD0AA4}" type="pres">
      <dgm:prSet presAssocID="{760B6B09-D8E2-4CE8-B508-3C615DC6E0B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7BB30155-3216-4F55-AFE2-7C89FC9461B0}" type="pres">
      <dgm:prSet presAssocID="{760B6B09-D8E2-4CE8-B508-3C615DC6E0B5}" presName="spaceRect" presStyleCnt="0"/>
      <dgm:spPr/>
    </dgm:pt>
    <dgm:pt modelId="{7731CA7B-E140-4B20-9BBB-C2E7C5991EC1}" type="pres">
      <dgm:prSet presAssocID="{760B6B09-D8E2-4CE8-B508-3C615DC6E0B5}" presName="parTx" presStyleLbl="revTx" presStyleIdx="0" presStyleCnt="2">
        <dgm:presLayoutVars>
          <dgm:chMax val="0"/>
          <dgm:chPref val="0"/>
        </dgm:presLayoutVars>
      </dgm:prSet>
      <dgm:spPr/>
    </dgm:pt>
    <dgm:pt modelId="{9E811410-0633-452F-99CC-587DF9B2CE72}" type="pres">
      <dgm:prSet presAssocID="{4FADD97A-9F2B-45B1-9376-433FA2D67A87}" presName="sibTrans" presStyleCnt="0"/>
      <dgm:spPr/>
    </dgm:pt>
    <dgm:pt modelId="{A715F1E2-9B22-4B62-9493-564AA6802A94}" type="pres">
      <dgm:prSet presAssocID="{3B54330A-10DE-48BE-A6FC-992A857C8EAE}" presName="compNode" presStyleCnt="0"/>
      <dgm:spPr/>
    </dgm:pt>
    <dgm:pt modelId="{412ED0C3-F265-4D06-A24C-34733F28852F}" type="pres">
      <dgm:prSet presAssocID="{3B54330A-10DE-48BE-A6FC-992A857C8EAE}" presName="bgRect" presStyleLbl="bgShp" presStyleIdx="1" presStyleCnt="2"/>
      <dgm:spPr/>
    </dgm:pt>
    <dgm:pt modelId="{ACA94489-859A-4E56-818F-6173268D28BF}" type="pres">
      <dgm:prSet presAssocID="{3B54330A-10DE-48BE-A6FC-992A857C8EA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244A753A-7E39-4322-BF83-9FBA8AE93D15}" type="pres">
      <dgm:prSet presAssocID="{3B54330A-10DE-48BE-A6FC-992A857C8EAE}" presName="spaceRect" presStyleCnt="0"/>
      <dgm:spPr/>
    </dgm:pt>
    <dgm:pt modelId="{65EBD0F3-6589-4762-9A6F-0013BB62E856}" type="pres">
      <dgm:prSet presAssocID="{3B54330A-10DE-48BE-A6FC-992A857C8EA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D674F19-4423-4A25-AD96-13FAA572881D}" type="presOf" srcId="{760B6B09-D8E2-4CE8-B508-3C615DC6E0B5}" destId="{7731CA7B-E140-4B20-9BBB-C2E7C5991EC1}" srcOrd="0" destOrd="0" presId="urn:microsoft.com/office/officeart/2018/2/layout/IconVerticalSolidList"/>
    <dgm:cxn modelId="{B4B4D857-AE1E-4D95-86E2-F1A2953F7F07}" srcId="{615C7AD2-66E9-4B6A-B39B-DFCBA104DFB1}" destId="{3B54330A-10DE-48BE-A6FC-992A857C8EAE}" srcOrd="1" destOrd="0" parTransId="{83ED4746-5174-48C8-96ED-3CF16CC249A4}" sibTransId="{5562CE97-D12C-4C3B-89C3-DCF2586C164A}"/>
    <dgm:cxn modelId="{7B1E4794-0B6D-49D2-BE08-ABC1E1F4FFA8}" srcId="{615C7AD2-66E9-4B6A-B39B-DFCBA104DFB1}" destId="{760B6B09-D8E2-4CE8-B508-3C615DC6E0B5}" srcOrd="0" destOrd="0" parTransId="{CA8DA5D6-2A72-4FF9-AB36-D6AAD7C3BEE9}" sibTransId="{4FADD97A-9F2B-45B1-9376-433FA2D67A87}"/>
    <dgm:cxn modelId="{058D88FC-85AE-4C22-9FD8-44E700A0B307}" type="presOf" srcId="{615C7AD2-66E9-4B6A-B39B-DFCBA104DFB1}" destId="{2B62ACEB-56A6-4C59-A263-8F1237ED3702}" srcOrd="0" destOrd="0" presId="urn:microsoft.com/office/officeart/2018/2/layout/IconVerticalSolidList"/>
    <dgm:cxn modelId="{FAB64DFD-E8BD-4498-9A26-1FB94F91D57D}" type="presOf" srcId="{3B54330A-10DE-48BE-A6FC-992A857C8EAE}" destId="{65EBD0F3-6589-4762-9A6F-0013BB62E856}" srcOrd="0" destOrd="0" presId="urn:microsoft.com/office/officeart/2018/2/layout/IconVerticalSolidList"/>
    <dgm:cxn modelId="{6E1073BE-978C-4163-87B3-9D48D8C7AD41}" type="presParOf" srcId="{2B62ACEB-56A6-4C59-A263-8F1237ED3702}" destId="{66F01F4D-F00A-4944-ADBE-25B17A5A31C0}" srcOrd="0" destOrd="0" presId="urn:microsoft.com/office/officeart/2018/2/layout/IconVerticalSolidList"/>
    <dgm:cxn modelId="{6E2452E4-6C8A-4D78-BE80-42ACC8F75948}" type="presParOf" srcId="{66F01F4D-F00A-4944-ADBE-25B17A5A31C0}" destId="{42A6AB7F-868E-4073-8944-F1ACDB31956D}" srcOrd="0" destOrd="0" presId="urn:microsoft.com/office/officeart/2018/2/layout/IconVerticalSolidList"/>
    <dgm:cxn modelId="{02C9E9B2-9DE4-4461-9261-0F1410D35E76}" type="presParOf" srcId="{66F01F4D-F00A-4944-ADBE-25B17A5A31C0}" destId="{0A5CD8A3-DF95-426F-B637-28460ECD0AA4}" srcOrd="1" destOrd="0" presId="urn:microsoft.com/office/officeart/2018/2/layout/IconVerticalSolidList"/>
    <dgm:cxn modelId="{01BC55E5-8241-40D6-89C3-7381805931F1}" type="presParOf" srcId="{66F01F4D-F00A-4944-ADBE-25B17A5A31C0}" destId="{7BB30155-3216-4F55-AFE2-7C89FC9461B0}" srcOrd="2" destOrd="0" presId="urn:microsoft.com/office/officeart/2018/2/layout/IconVerticalSolidList"/>
    <dgm:cxn modelId="{872C9CAD-0633-42AE-8070-AF13C07AC427}" type="presParOf" srcId="{66F01F4D-F00A-4944-ADBE-25B17A5A31C0}" destId="{7731CA7B-E140-4B20-9BBB-C2E7C5991EC1}" srcOrd="3" destOrd="0" presId="urn:microsoft.com/office/officeart/2018/2/layout/IconVerticalSolidList"/>
    <dgm:cxn modelId="{FB8F1AEA-4120-4121-91AF-7C3C4A36FEDB}" type="presParOf" srcId="{2B62ACEB-56A6-4C59-A263-8F1237ED3702}" destId="{9E811410-0633-452F-99CC-587DF9B2CE72}" srcOrd="1" destOrd="0" presId="urn:microsoft.com/office/officeart/2018/2/layout/IconVerticalSolidList"/>
    <dgm:cxn modelId="{166484A9-1412-42ED-8571-C2C3BE125B82}" type="presParOf" srcId="{2B62ACEB-56A6-4C59-A263-8F1237ED3702}" destId="{A715F1E2-9B22-4B62-9493-564AA6802A94}" srcOrd="2" destOrd="0" presId="urn:microsoft.com/office/officeart/2018/2/layout/IconVerticalSolidList"/>
    <dgm:cxn modelId="{5EEB40EE-8883-4486-B396-E66AB6B77AB9}" type="presParOf" srcId="{A715F1E2-9B22-4B62-9493-564AA6802A94}" destId="{412ED0C3-F265-4D06-A24C-34733F28852F}" srcOrd="0" destOrd="0" presId="urn:microsoft.com/office/officeart/2018/2/layout/IconVerticalSolidList"/>
    <dgm:cxn modelId="{DC949D7F-7860-4229-B591-8938D784BF77}" type="presParOf" srcId="{A715F1E2-9B22-4B62-9493-564AA6802A94}" destId="{ACA94489-859A-4E56-818F-6173268D28BF}" srcOrd="1" destOrd="0" presId="urn:microsoft.com/office/officeart/2018/2/layout/IconVerticalSolidList"/>
    <dgm:cxn modelId="{9331D6DE-D595-4CC6-A4E2-32388E74FA66}" type="presParOf" srcId="{A715F1E2-9B22-4B62-9493-564AA6802A94}" destId="{244A753A-7E39-4322-BF83-9FBA8AE93D15}" srcOrd="2" destOrd="0" presId="urn:microsoft.com/office/officeart/2018/2/layout/IconVerticalSolidList"/>
    <dgm:cxn modelId="{90F649F6-BA26-48AC-963D-3564FC308AFE}" type="presParOf" srcId="{A715F1E2-9B22-4B62-9493-564AA6802A94}" destId="{65EBD0F3-6589-4762-9A6F-0013BB62E8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5C7AD2-66E9-4B6A-B39B-DFCBA104DFB1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0B6B09-D8E2-4CE8-B508-3C615DC6E0B5}">
      <dgm:prSet/>
      <dgm:spPr/>
      <dgm:t>
        <a:bodyPr/>
        <a:lstStyle/>
        <a:p>
          <a:pPr rtl="0"/>
          <a:r>
            <a:rPr lang="en-US" i="1" dirty="0"/>
            <a:t> </a:t>
          </a:r>
          <a:r>
            <a:rPr lang="en-US" sz="1100" dirty="0">
              <a:latin typeface="Arial"/>
              <a:cs typeface="Arial"/>
            </a:rPr>
            <a:t>7 das 10 features </a:t>
          </a:r>
          <a:r>
            <a:rPr lang="en-US" sz="1100" dirty="0" err="1">
              <a:latin typeface="Arial"/>
              <a:cs typeface="Arial"/>
            </a:rPr>
            <a:t>apresentam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distribuição</a:t>
          </a:r>
          <a:r>
            <a:rPr lang="en-US" sz="1100" dirty="0">
              <a:latin typeface="Arial"/>
              <a:cs typeface="Arial"/>
            </a:rPr>
            <a:t> fortemente </a:t>
          </a:r>
          <a:r>
            <a:rPr lang="en-US" sz="1100" dirty="0" err="1">
              <a:latin typeface="Arial"/>
              <a:cs typeface="Arial"/>
            </a:rPr>
            <a:t>assimétrica</a:t>
          </a:r>
          <a:r>
            <a:rPr lang="en-US" sz="1100" dirty="0">
              <a:latin typeface="Arial"/>
              <a:cs typeface="Arial"/>
            </a:rPr>
            <a:t> (skewness &gt; 30), com a </a:t>
          </a:r>
          <a:r>
            <a:rPr lang="en-US" sz="1100" dirty="0" err="1">
              <a:latin typeface="Arial"/>
              <a:cs typeface="Arial"/>
            </a:rPr>
            <a:t>maioria</a:t>
          </a:r>
          <a:r>
            <a:rPr lang="en-US" sz="1100" dirty="0">
              <a:latin typeface="Arial"/>
              <a:cs typeface="Arial"/>
            </a:rPr>
            <a:t> dos </a:t>
          </a:r>
          <a:r>
            <a:rPr lang="en-US" sz="1100" dirty="0" err="1">
              <a:latin typeface="Arial"/>
              <a:cs typeface="Arial"/>
            </a:rPr>
            <a:t>valoresconcentrados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próximo</a:t>
          </a:r>
          <a:r>
            <a:rPr lang="en-US" sz="1100" dirty="0">
              <a:latin typeface="Arial"/>
              <a:cs typeface="Arial"/>
            </a:rPr>
            <a:t> de zero. </a:t>
          </a:r>
          <a:r>
            <a:rPr lang="en-US" sz="1100" dirty="0" err="1">
              <a:latin typeface="Arial"/>
              <a:cs typeface="Arial"/>
            </a:rPr>
            <a:t>Apenas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metadata_size</a:t>
          </a:r>
          <a:r>
            <a:rPr lang="en-US" sz="1100" dirty="0">
              <a:latin typeface="Arial"/>
              <a:cs typeface="Arial"/>
            </a:rPr>
            <a:t> e </a:t>
          </a:r>
          <a:r>
            <a:rPr lang="en-US" sz="1100" dirty="0" err="1">
              <a:latin typeface="Arial"/>
              <a:cs typeface="Arial"/>
            </a:rPr>
            <a:t>entropy_of_streams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mostram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alguma</a:t>
          </a:r>
          <a:r>
            <a:rPr lang="en-US" sz="1100" dirty="0">
              <a:latin typeface="Arial"/>
              <a:cs typeface="Arial"/>
            </a:rPr>
            <a:t> </a:t>
          </a:r>
          <a:r>
            <a:rPr lang="en-US" sz="1100" dirty="0" err="1">
              <a:latin typeface="Arial"/>
              <a:cs typeface="Arial"/>
            </a:rPr>
            <a:t>dispersão</a:t>
          </a:r>
          <a:r>
            <a:rPr lang="en-US" sz="1100" dirty="0">
              <a:latin typeface="Arial"/>
              <a:cs typeface="Arial"/>
            </a:rPr>
            <a:t>.</a:t>
          </a:r>
          <a:endParaRPr lang="en-US" sz="1100" dirty="0">
            <a:latin typeface="Calibri"/>
            <a:ea typeface="Calibri"/>
            <a:cs typeface="Calibri"/>
          </a:endParaRPr>
        </a:p>
      </dgm:t>
    </dgm:pt>
    <dgm:pt modelId="{CA8DA5D6-2A72-4FF9-AB36-D6AAD7C3BEE9}" type="parTrans" cxnId="{7B1E4794-0B6D-49D2-BE08-ABC1E1F4FFA8}">
      <dgm:prSet/>
      <dgm:spPr/>
      <dgm:t>
        <a:bodyPr/>
        <a:lstStyle/>
        <a:p>
          <a:endParaRPr lang="en-US"/>
        </a:p>
      </dgm:t>
    </dgm:pt>
    <dgm:pt modelId="{4FADD97A-9F2B-45B1-9376-433FA2D67A87}" type="sibTrans" cxnId="{7B1E4794-0B6D-49D2-BE08-ABC1E1F4FFA8}">
      <dgm:prSet/>
      <dgm:spPr/>
      <dgm:t>
        <a:bodyPr/>
        <a:lstStyle/>
        <a:p>
          <a:endParaRPr lang="en-US"/>
        </a:p>
      </dgm:t>
    </dgm:pt>
    <dgm:pt modelId="{DF22545D-65C0-4754-A1CB-C1220D861BEF}">
      <dgm:prSet phldr="0"/>
      <dgm:spPr/>
      <dgm:t>
        <a:bodyPr/>
        <a:lstStyle/>
        <a:p>
          <a:pPr algn="l" rtl="0"/>
          <a:r>
            <a:rPr lang="en-US" sz="1100" dirty="0"/>
            <a:t>Valores zero </a:t>
          </a:r>
          <a:r>
            <a:rPr lang="en-US" sz="1100" dirty="0" err="1"/>
            <a:t>em</a:t>
          </a:r>
          <a:r>
            <a:rPr lang="en-US" sz="1100" dirty="0"/>
            <a:t> </a:t>
          </a:r>
          <a:r>
            <a:rPr lang="en-US" sz="1100" dirty="0" err="1"/>
            <a:t>várias</a:t>
          </a:r>
          <a:r>
            <a:rPr lang="en-US" sz="1100" dirty="0"/>
            <a:t> </a:t>
          </a:r>
          <a:r>
            <a:rPr lang="en-US" sz="1100" dirty="0" err="1"/>
            <a:t>colunas</a:t>
          </a:r>
          <a:r>
            <a:rPr lang="en-US" sz="1100" dirty="0"/>
            <a:t> </a:t>
          </a:r>
          <a:r>
            <a:rPr lang="en-US" sz="1100" dirty="0" err="1"/>
            <a:t>não</a:t>
          </a:r>
          <a:r>
            <a:rPr lang="en-US" sz="1100" dirty="0"/>
            <a:t> </a:t>
          </a:r>
          <a:r>
            <a:rPr lang="en-US" sz="1100" dirty="0" err="1"/>
            <a:t>representam</a:t>
          </a:r>
          <a:r>
            <a:rPr lang="en-US" sz="1100" dirty="0"/>
            <a:t> dados </a:t>
          </a:r>
          <a:r>
            <a:rPr lang="en-US" sz="1100" dirty="0" err="1"/>
            <a:t>em</a:t>
          </a:r>
          <a:r>
            <a:rPr lang="en-US" sz="1100" dirty="0"/>
            <a:t> </a:t>
          </a:r>
          <a:r>
            <a:rPr lang="en-US" sz="1100" dirty="0" err="1"/>
            <a:t>falta</a:t>
          </a:r>
          <a:r>
            <a:rPr lang="en-US" sz="1100" dirty="0"/>
            <a:t> — </a:t>
          </a:r>
          <a:r>
            <a:rPr lang="en-US" sz="1100" dirty="0" err="1"/>
            <a:t>são</a:t>
          </a:r>
          <a:r>
            <a:rPr lang="en-US" sz="1100" dirty="0"/>
            <a:t> </a:t>
          </a:r>
          <a:r>
            <a:rPr lang="en-US" sz="1100" dirty="0" err="1"/>
            <a:t>valores</a:t>
          </a:r>
          <a:r>
            <a:rPr lang="en-US" sz="1100" dirty="0"/>
            <a:t> reais: </a:t>
          </a:r>
          <a:r>
            <a:rPr lang="en-US" sz="1100" dirty="0" err="1"/>
            <a:t>text_length</a:t>
          </a:r>
          <a:r>
            <a:rPr lang="en-US" sz="1100" dirty="0"/>
            <a:t> (7.499 zeros = PDFs </a:t>
          </a:r>
          <a:r>
            <a:rPr lang="en-US" sz="1100" dirty="0" err="1"/>
            <a:t>sem</a:t>
          </a:r>
          <a:r>
            <a:rPr lang="en-US" sz="1100" dirty="0"/>
            <a:t> </a:t>
          </a:r>
          <a:r>
            <a:rPr lang="en-US" sz="1100" dirty="0" err="1"/>
            <a:t>texto</a:t>
          </a:r>
          <a:r>
            <a:rPr lang="en-US" sz="1100" dirty="0"/>
            <a:t>), </a:t>
          </a:r>
          <a:r>
            <a:rPr lang="en-US" sz="1100" dirty="0" err="1"/>
            <a:t>metadata_size</a:t>
          </a:r>
          <a:r>
            <a:rPr lang="en-US" sz="1100" dirty="0">
              <a:latin typeface="Calibri"/>
            </a:rPr>
            <a:t> </a:t>
          </a:r>
          <a:r>
            <a:rPr lang="en-US" sz="1100" dirty="0"/>
            <a:t>(7.684 zeros = PDFs </a:t>
          </a:r>
          <a:r>
            <a:rPr lang="en-US" sz="1100" dirty="0" err="1"/>
            <a:t>sem</a:t>
          </a:r>
          <a:r>
            <a:rPr lang="en-US" sz="1100" dirty="0"/>
            <a:t> </a:t>
          </a:r>
          <a:r>
            <a:rPr lang="en-US" sz="1100" dirty="0" err="1"/>
            <a:t>metadados</a:t>
          </a:r>
          <a:r>
            <a:rPr lang="en-US" sz="1100" dirty="0"/>
            <a:t>), </a:t>
          </a:r>
          <a:r>
            <a:rPr lang="en-US" sz="1100" dirty="0" err="1"/>
            <a:t>stream_count</a:t>
          </a:r>
          <a:r>
            <a:rPr lang="en-US" sz="1100" dirty="0"/>
            <a:t> (7.500 zeros = PDFs </a:t>
          </a:r>
          <a:r>
            <a:rPr lang="en-US" sz="1100" dirty="0" err="1"/>
            <a:t>sem</a:t>
          </a:r>
          <a:r>
            <a:rPr lang="en-US" sz="1100" dirty="0"/>
            <a:t> streams).</a:t>
          </a:r>
          <a:endParaRPr lang="en-US" sz="1100" dirty="0">
            <a:latin typeface="Arial"/>
            <a:ea typeface="Calibri"/>
            <a:cs typeface="Arial"/>
          </a:endParaRPr>
        </a:p>
      </dgm:t>
    </dgm:pt>
    <dgm:pt modelId="{EE86FD04-D622-49F6-B267-69D03AECD2FB}" type="parTrans" cxnId="{44B0A6A2-353C-452C-ADCE-E0028CBD94E7}">
      <dgm:prSet/>
      <dgm:spPr/>
    </dgm:pt>
    <dgm:pt modelId="{730A3ADB-FE35-4A57-B2AD-142ACD154036}" type="sibTrans" cxnId="{44B0A6A2-353C-452C-ADCE-E0028CBD94E7}">
      <dgm:prSet/>
      <dgm:spPr/>
    </dgm:pt>
    <dgm:pt modelId="{0C19B480-E188-4B7F-B26F-882AC84487F9}" type="pres">
      <dgm:prSet presAssocID="{615C7AD2-66E9-4B6A-B39B-DFCBA104DFB1}" presName="Name0" presStyleCnt="0">
        <dgm:presLayoutVars>
          <dgm:dir/>
          <dgm:animLvl val="lvl"/>
          <dgm:resizeHandles val="exact"/>
        </dgm:presLayoutVars>
      </dgm:prSet>
      <dgm:spPr/>
    </dgm:pt>
    <dgm:pt modelId="{E6A2E15A-0F63-44F6-833F-29F8717E4662}" type="pres">
      <dgm:prSet presAssocID="{615C7AD2-66E9-4B6A-B39B-DFCBA104DFB1}" presName="dummy" presStyleCnt="0"/>
      <dgm:spPr/>
    </dgm:pt>
    <dgm:pt modelId="{89FFBD3E-E8C8-4987-B3DD-E48E3A506F99}" type="pres">
      <dgm:prSet presAssocID="{615C7AD2-66E9-4B6A-B39B-DFCBA104DFB1}" presName="linH" presStyleCnt="0"/>
      <dgm:spPr/>
    </dgm:pt>
    <dgm:pt modelId="{6F40DD99-731D-4110-AFCE-68DFBAE93F85}" type="pres">
      <dgm:prSet presAssocID="{615C7AD2-66E9-4B6A-B39B-DFCBA104DFB1}" presName="padding1" presStyleCnt="0"/>
      <dgm:spPr/>
    </dgm:pt>
    <dgm:pt modelId="{31011300-2039-48D7-9DC5-01544E1E5039}" type="pres">
      <dgm:prSet presAssocID="{760B6B09-D8E2-4CE8-B508-3C615DC6E0B5}" presName="linV" presStyleCnt="0"/>
      <dgm:spPr/>
    </dgm:pt>
    <dgm:pt modelId="{47C0F90B-B4A8-403A-A886-E06A099CB19C}" type="pres">
      <dgm:prSet presAssocID="{760B6B09-D8E2-4CE8-B508-3C615DC6E0B5}" presName="spVertical1" presStyleCnt="0"/>
      <dgm:spPr/>
    </dgm:pt>
    <dgm:pt modelId="{16B8D6EF-D04B-4E32-8DA1-31E2F09EC716}" type="pres">
      <dgm:prSet presAssocID="{760B6B09-D8E2-4CE8-B508-3C615DC6E0B5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19972D5A-1066-4D6E-B014-15F2F0E7D74F}" type="pres">
      <dgm:prSet presAssocID="{760B6B09-D8E2-4CE8-B508-3C615DC6E0B5}" presName="spVertical2" presStyleCnt="0"/>
      <dgm:spPr/>
    </dgm:pt>
    <dgm:pt modelId="{98E0E3A8-6CC1-41B2-8E49-680927F1085E}" type="pres">
      <dgm:prSet presAssocID="{760B6B09-D8E2-4CE8-B508-3C615DC6E0B5}" presName="spVertical3" presStyleCnt="0"/>
      <dgm:spPr/>
    </dgm:pt>
    <dgm:pt modelId="{0DB8C1E6-9C95-43DE-84F2-D726E2169CFF}" type="pres">
      <dgm:prSet presAssocID="{4FADD97A-9F2B-45B1-9376-433FA2D67A87}" presName="space" presStyleCnt="0"/>
      <dgm:spPr/>
    </dgm:pt>
    <dgm:pt modelId="{D460AB2A-A9BD-4A41-96C6-FC66AC1888F8}" type="pres">
      <dgm:prSet presAssocID="{DF22545D-65C0-4754-A1CB-C1220D861BEF}" presName="linV" presStyleCnt="0"/>
      <dgm:spPr/>
    </dgm:pt>
    <dgm:pt modelId="{7CBAE23F-BB57-4F9D-88BE-0BA8792F2A47}" type="pres">
      <dgm:prSet presAssocID="{DF22545D-65C0-4754-A1CB-C1220D861BEF}" presName="spVertical1" presStyleCnt="0"/>
      <dgm:spPr/>
    </dgm:pt>
    <dgm:pt modelId="{47E2E6BC-93E4-4249-BB1C-F4723F0157FD}" type="pres">
      <dgm:prSet presAssocID="{DF22545D-65C0-4754-A1CB-C1220D861BEF}" presName="parTx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E901C95F-1812-4C96-A1B0-4F01D57939BC}" type="pres">
      <dgm:prSet presAssocID="{DF22545D-65C0-4754-A1CB-C1220D861BEF}" presName="spVertical2" presStyleCnt="0"/>
      <dgm:spPr/>
    </dgm:pt>
    <dgm:pt modelId="{E204528F-77B7-4EB2-AE33-8B7D066811AC}" type="pres">
      <dgm:prSet presAssocID="{DF22545D-65C0-4754-A1CB-C1220D861BEF}" presName="spVertical3" presStyleCnt="0"/>
      <dgm:spPr/>
    </dgm:pt>
    <dgm:pt modelId="{DAAEA474-4D0E-44C4-9C64-4CCC14F5B260}" type="pres">
      <dgm:prSet presAssocID="{615C7AD2-66E9-4B6A-B39B-DFCBA104DFB1}" presName="padding2" presStyleCnt="0"/>
      <dgm:spPr/>
    </dgm:pt>
    <dgm:pt modelId="{741827F5-AD5C-4098-B9AE-F328B998B518}" type="pres">
      <dgm:prSet presAssocID="{615C7AD2-66E9-4B6A-B39B-DFCBA104DFB1}" presName="negArrow" presStyleCnt="0"/>
      <dgm:spPr/>
    </dgm:pt>
    <dgm:pt modelId="{7E85B2DF-2C83-4E6D-8E28-324AA3536F4A}" type="pres">
      <dgm:prSet presAssocID="{615C7AD2-66E9-4B6A-B39B-DFCBA104DFB1}" presName="backgroundArrow" presStyleLbl="node1" presStyleIdx="0" presStyleCnt="1"/>
      <dgm:spPr/>
    </dgm:pt>
  </dgm:ptLst>
  <dgm:cxnLst>
    <dgm:cxn modelId="{BCF56A3D-18FD-43AE-ACBF-54BC4603F622}" type="presOf" srcId="{760B6B09-D8E2-4CE8-B508-3C615DC6E0B5}" destId="{16B8D6EF-D04B-4E32-8DA1-31E2F09EC716}" srcOrd="0" destOrd="0" presId="urn:microsoft.com/office/officeart/2005/8/layout/hProcess3"/>
    <dgm:cxn modelId="{B946A05B-A6A1-4418-8C59-09F0D34EADB9}" type="presOf" srcId="{DF22545D-65C0-4754-A1CB-C1220D861BEF}" destId="{47E2E6BC-93E4-4249-BB1C-F4723F0157FD}" srcOrd="0" destOrd="0" presId="urn:microsoft.com/office/officeart/2005/8/layout/hProcess3"/>
    <dgm:cxn modelId="{7B1E4794-0B6D-49D2-BE08-ABC1E1F4FFA8}" srcId="{615C7AD2-66E9-4B6A-B39B-DFCBA104DFB1}" destId="{760B6B09-D8E2-4CE8-B508-3C615DC6E0B5}" srcOrd="0" destOrd="0" parTransId="{CA8DA5D6-2A72-4FF9-AB36-D6AAD7C3BEE9}" sibTransId="{4FADD97A-9F2B-45B1-9376-433FA2D67A87}"/>
    <dgm:cxn modelId="{1FAADDA1-BF03-4486-B22C-16F7C30EFF3B}" type="presOf" srcId="{615C7AD2-66E9-4B6A-B39B-DFCBA104DFB1}" destId="{0C19B480-E188-4B7F-B26F-882AC84487F9}" srcOrd="0" destOrd="0" presId="urn:microsoft.com/office/officeart/2005/8/layout/hProcess3"/>
    <dgm:cxn modelId="{44B0A6A2-353C-452C-ADCE-E0028CBD94E7}" srcId="{615C7AD2-66E9-4B6A-B39B-DFCBA104DFB1}" destId="{DF22545D-65C0-4754-A1CB-C1220D861BEF}" srcOrd="1" destOrd="0" parTransId="{EE86FD04-D622-49F6-B267-69D03AECD2FB}" sibTransId="{730A3ADB-FE35-4A57-B2AD-142ACD154036}"/>
    <dgm:cxn modelId="{00C186A3-6637-4117-9A53-AEE14444DE5C}" type="presParOf" srcId="{0C19B480-E188-4B7F-B26F-882AC84487F9}" destId="{E6A2E15A-0F63-44F6-833F-29F8717E4662}" srcOrd="0" destOrd="0" presId="urn:microsoft.com/office/officeart/2005/8/layout/hProcess3"/>
    <dgm:cxn modelId="{326F994A-7DA3-4C60-837C-60128A15D744}" type="presParOf" srcId="{0C19B480-E188-4B7F-B26F-882AC84487F9}" destId="{89FFBD3E-E8C8-4987-B3DD-E48E3A506F99}" srcOrd="1" destOrd="0" presId="urn:microsoft.com/office/officeart/2005/8/layout/hProcess3"/>
    <dgm:cxn modelId="{2B29EC69-5AC4-4374-BA29-D3251DF68E7A}" type="presParOf" srcId="{89FFBD3E-E8C8-4987-B3DD-E48E3A506F99}" destId="{6F40DD99-731D-4110-AFCE-68DFBAE93F85}" srcOrd="0" destOrd="0" presId="urn:microsoft.com/office/officeart/2005/8/layout/hProcess3"/>
    <dgm:cxn modelId="{D196E86C-DF58-4B01-B001-06A552F3DEAD}" type="presParOf" srcId="{89FFBD3E-E8C8-4987-B3DD-E48E3A506F99}" destId="{31011300-2039-48D7-9DC5-01544E1E5039}" srcOrd="1" destOrd="0" presId="urn:microsoft.com/office/officeart/2005/8/layout/hProcess3"/>
    <dgm:cxn modelId="{62B2D13C-7042-416B-9031-54E6CE906E6B}" type="presParOf" srcId="{31011300-2039-48D7-9DC5-01544E1E5039}" destId="{47C0F90B-B4A8-403A-A886-E06A099CB19C}" srcOrd="0" destOrd="0" presId="urn:microsoft.com/office/officeart/2005/8/layout/hProcess3"/>
    <dgm:cxn modelId="{9C1A3656-505A-44DD-BCE5-C61D41BBEDE3}" type="presParOf" srcId="{31011300-2039-48D7-9DC5-01544E1E5039}" destId="{16B8D6EF-D04B-4E32-8DA1-31E2F09EC716}" srcOrd="1" destOrd="0" presId="urn:microsoft.com/office/officeart/2005/8/layout/hProcess3"/>
    <dgm:cxn modelId="{BB15FC7E-6913-4524-97E6-6BDBB7CBB4B4}" type="presParOf" srcId="{31011300-2039-48D7-9DC5-01544E1E5039}" destId="{19972D5A-1066-4D6E-B014-15F2F0E7D74F}" srcOrd="2" destOrd="0" presId="urn:microsoft.com/office/officeart/2005/8/layout/hProcess3"/>
    <dgm:cxn modelId="{81206303-E90E-4B63-922F-0C796E7AA84E}" type="presParOf" srcId="{31011300-2039-48D7-9DC5-01544E1E5039}" destId="{98E0E3A8-6CC1-41B2-8E49-680927F1085E}" srcOrd="3" destOrd="0" presId="urn:microsoft.com/office/officeart/2005/8/layout/hProcess3"/>
    <dgm:cxn modelId="{0B39A555-E2CA-4D62-80A0-361683C72653}" type="presParOf" srcId="{89FFBD3E-E8C8-4987-B3DD-E48E3A506F99}" destId="{0DB8C1E6-9C95-43DE-84F2-D726E2169CFF}" srcOrd="2" destOrd="0" presId="urn:microsoft.com/office/officeart/2005/8/layout/hProcess3"/>
    <dgm:cxn modelId="{C2FDCDAF-2B90-4466-AF2E-8C015B87CAFC}" type="presParOf" srcId="{89FFBD3E-E8C8-4987-B3DD-E48E3A506F99}" destId="{D460AB2A-A9BD-4A41-96C6-FC66AC1888F8}" srcOrd="3" destOrd="0" presId="urn:microsoft.com/office/officeart/2005/8/layout/hProcess3"/>
    <dgm:cxn modelId="{BACD5D95-5F7A-43E0-8DC7-C484CD94AC39}" type="presParOf" srcId="{D460AB2A-A9BD-4A41-96C6-FC66AC1888F8}" destId="{7CBAE23F-BB57-4F9D-88BE-0BA8792F2A47}" srcOrd="0" destOrd="0" presId="urn:microsoft.com/office/officeart/2005/8/layout/hProcess3"/>
    <dgm:cxn modelId="{ECF234FE-37BD-4ADA-A3D3-715B30A11AC4}" type="presParOf" srcId="{D460AB2A-A9BD-4A41-96C6-FC66AC1888F8}" destId="{47E2E6BC-93E4-4249-BB1C-F4723F0157FD}" srcOrd="1" destOrd="0" presId="urn:microsoft.com/office/officeart/2005/8/layout/hProcess3"/>
    <dgm:cxn modelId="{1BA76078-E0CB-408E-9139-EA7F3CAB1B5F}" type="presParOf" srcId="{D460AB2A-A9BD-4A41-96C6-FC66AC1888F8}" destId="{E901C95F-1812-4C96-A1B0-4F01D57939BC}" srcOrd="2" destOrd="0" presId="urn:microsoft.com/office/officeart/2005/8/layout/hProcess3"/>
    <dgm:cxn modelId="{B75AD3A4-A6E6-41D8-ACA7-0E2DDCEA43B4}" type="presParOf" srcId="{D460AB2A-A9BD-4A41-96C6-FC66AC1888F8}" destId="{E204528F-77B7-4EB2-AE33-8B7D066811AC}" srcOrd="3" destOrd="0" presId="urn:microsoft.com/office/officeart/2005/8/layout/hProcess3"/>
    <dgm:cxn modelId="{C63EFD9B-2768-43C8-9B8E-248ED072FD88}" type="presParOf" srcId="{89FFBD3E-E8C8-4987-B3DD-E48E3A506F99}" destId="{DAAEA474-4D0E-44C4-9C64-4CCC14F5B260}" srcOrd="4" destOrd="0" presId="urn:microsoft.com/office/officeart/2005/8/layout/hProcess3"/>
    <dgm:cxn modelId="{FC0B925B-B07D-470F-BE4A-9F258A75244B}" type="presParOf" srcId="{89FFBD3E-E8C8-4987-B3DD-E48E3A506F99}" destId="{741827F5-AD5C-4098-B9AE-F328B998B518}" srcOrd="5" destOrd="0" presId="urn:microsoft.com/office/officeart/2005/8/layout/hProcess3"/>
    <dgm:cxn modelId="{75E6242C-F803-4596-95F2-F6775BFF32F9}" type="presParOf" srcId="{89FFBD3E-E8C8-4987-B3DD-E48E3A506F99}" destId="{7E85B2DF-2C83-4E6D-8E28-324AA3536F4A}" srcOrd="6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A70A26-192A-43B4-9D84-500871D261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ACB65A-840D-449F-A288-DFD45CD02ACF}">
      <dgm:prSet/>
      <dgm:spPr/>
      <dgm:t>
        <a:bodyPr/>
        <a:lstStyle/>
        <a:p>
          <a:r>
            <a:rPr lang="en-US" b="0" i="1" baseline="0" dirty="0"/>
            <a:t>■</a:t>
          </a:r>
          <a:r>
            <a:rPr lang="en-US" i="1" dirty="0"/>
            <a:t> </a:t>
          </a:r>
          <a:r>
            <a:rPr lang="en-US" dirty="0" err="1"/>
            <a:t>stream_count</a:t>
          </a:r>
          <a:r>
            <a:rPr lang="en-US" dirty="0"/>
            <a:t> e </a:t>
          </a:r>
          <a:r>
            <a:rPr lang="en-US" dirty="0" err="1"/>
            <a:t>endstream_count</a:t>
          </a:r>
          <a:r>
            <a:rPr lang="en-US" dirty="0"/>
            <a:t> </a:t>
          </a:r>
          <a:r>
            <a:rPr lang="en-US" dirty="0" err="1"/>
            <a:t>apresentam</a:t>
          </a:r>
          <a:r>
            <a:rPr lang="en-US" dirty="0"/>
            <a:t> </a:t>
          </a:r>
          <a:r>
            <a:rPr lang="en-US" dirty="0" err="1"/>
            <a:t>correlação</a:t>
          </a:r>
          <a:r>
            <a:rPr lang="en-US" dirty="0"/>
            <a:t> ~1.0 — feature </a:t>
          </a:r>
          <a:r>
            <a:rPr lang="en-US" dirty="0" err="1"/>
            <a:t>redundante</a:t>
          </a:r>
          <a:r>
            <a:rPr lang="en-US" dirty="0"/>
            <a:t> </a:t>
          </a:r>
          <a:r>
            <a:rPr lang="en-US" dirty="0" err="1"/>
            <a:t>identificada</a:t>
          </a:r>
          <a:r>
            <a:rPr lang="en-US" dirty="0"/>
            <a:t> e </a:t>
          </a:r>
          <a:r>
            <a:rPr lang="en-US" dirty="0" err="1"/>
            <a:t>removida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fase</a:t>
          </a:r>
          <a:r>
            <a:rPr lang="en-US" dirty="0"/>
            <a:t> de </a:t>
          </a:r>
          <a:r>
            <a:rPr lang="en-US" dirty="0" err="1"/>
            <a:t>pré-processamento</a:t>
          </a:r>
          <a:r>
            <a:rPr lang="en-US" dirty="0"/>
            <a:t>.</a:t>
          </a:r>
        </a:p>
      </dgm:t>
    </dgm:pt>
    <dgm:pt modelId="{7D784CFE-97A8-4F0B-B68F-5CAE6C85279E}" type="parTrans" cxnId="{28870B7A-B7F4-487A-B5C9-4099E497ABFD}">
      <dgm:prSet/>
      <dgm:spPr/>
      <dgm:t>
        <a:bodyPr/>
        <a:lstStyle/>
        <a:p>
          <a:endParaRPr lang="en-US"/>
        </a:p>
      </dgm:t>
    </dgm:pt>
    <dgm:pt modelId="{F446F84D-AFFE-4FB8-930A-D6BD1C011EF1}" type="sibTrans" cxnId="{28870B7A-B7F4-487A-B5C9-4099E497ABFD}">
      <dgm:prSet/>
      <dgm:spPr/>
      <dgm:t>
        <a:bodyPr/>
        <a:lstStyle/>
        <a:p>
          <a:endParaRPr lang="en-US"/>
        </a:p>
      </dgm:t>
    </dgm:pt>
    <dgm:pt modelId="{B07F9F09-42F6-4AAD-9C98-B11FA2522C40}">
      <dgm:prSet/>
      <dgm:spPr/>
      <dgm:t>
        <a:bodyPr/>
        <a:lstStyle/>
        <a:p>
          <a:pPr algn="l" rtl="0"/>
          <a:r>
            <a:rPr lang="en-US" i="1" dirty="0"/>
            <a:t>■ </a:t>
          </a:r>
          <a:r>
            <a:rPr lang="en-US" dirty="0" err="1"/>
            <a:t>entropy_of_streams</a:t>
          </a:r>
          <a:r>
            <a:rPr lang="en-US" dirty="0"/>
            <a:t> e </a:t>
          </a:r>
          <a:r>
            <a:rPr lang="en-US" dirty="0" err="1"/>
            <a:t>metadata_size</a:t>
          </a:r>
          <a:r>
            <a:rPr lang="en-US" dirty="0"/>
            <a:t> </a:t>
          </a:r>
          <a:r>
            <a:rPr lang="en-US" dirty="0" err="1"/>
            <a:t>correlacionam</a:t>
          </a:r>
          <a:r>
            <a:rPr lang="en-US" dirty="0"/>
            <a:t> </a:t>
          </a:r>
          <a:r>
            <a:rPr lang="en-US" dirty="0" err="1"/>
            <a:t>negativamente</a:t>
          </a:r>
          <a:r>
            <a:rPr lang="en-US" dirty="0"/>
            <a:t> com o label — PDFs </a:t>
          </a:r>
          <a:r>
            <a:rPr lang="en-US" dirty="0" err="1"/>
            <a:t>legítimos</a:t>
          </a:r>
          <a:r>
            <a:rPr lang="en-US" dirty="0"/>
            <a:t> </a:t>
          </a:r>
          <a:r>
            <a:rPr lang="en-US" dirty="0" err="1"/>
            <a:t>têm</a:t>
          </a:r>
          <a:r>
            <a:rPr lang="en-US" dirty="0"/>
            <a:t> </a:t>
          </a:r>
          <a:r>
            <a:rPr lang="en-US" dirty="0" err="1"/>
            <a:t>maior</a:t>
          </a:r>
          <a:r>
            <a:rPr lang="en-US" dirty="0"/>
            <a:t> </a:t>
          </a:r>
          <a:r>
            <a:rPr lang="en-US" dirty="0" err="1"/>
            <a:t>entropia</a:t>
          </a:r>
          <a:r>
            <a:rPr lang="en-US" dirty="0"/>
            <a:t> e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metadados</a:t>
          </a:r>
          <a:r>
            <a:rPr lang="en-US" dirty="0"/>
            <a:t> </a:t>
          </a:r>
          <a:r>
            <a:rPr lang="en-US" dirty="0" err="1"/>
            <a:t>que</a:t>
          </a:r>
          <a:r>
            <a:rPr lang="en-US" dirty="0"/>
            <a:t> </a:t>
          </a:r>
          <a:r>
            <a:rPr lang="en-US" dirty="0" err="1"/>
            <a:t>os</a:t>
          </a:r>
          <a:r>
            <a:rPr lang="en-US" dirty="0"/>
            <a:t> de phishing.</a:t>
          </a:r>
        </a:p>
      </dgm:t>
    </dgm:pt>
    <dgm:pt modelId="{8124EBF6-35C2-4AEA-8A68-01BA3CA394A4}" type="parTrans" cxnId="{98C185A6-30D9-48FF-AF85-7D3E1DFF7A78}">
      <dgm:prSet/>
      <dgm:spPr/>
      <dgm:t>
        <a:bodyPr/>
        <a:lstStyle/>
        <a:p>
          <a:endParaRPr lang="en-US"/>
        </a:p>
      </dgm:t>
    </dgm:pt>
    <dgm:pt modelId="{69B2AE95-F8D1-4D07-AB0C-9A443C20FD5A}" type="sibTrans" cxnId="{98C185A6-30D9-48FF-AF85-7D3E1DFF7A78}">
      <dgm:prSet/>
      <dgm:spPr/>
      <dgm:t>
        <a:bodyPr/>
        <a:lstStyle/>
        <a:p>
          <a:endParaRPr lang="en-US"/>
        </a:p>
      </dgm:t>
    </dgm:pt>
    <dgm:pt modelId="{B6E6FA54-4C5D-414B-80E8-A899F273863D}">
      <dgm:prSet/>
      <dgm:spPr/>
      <dgm:t>
        <a:bodyPr/>
        <a:lstStyle/>
        <a:p>
          <a:r>
            <a:rPr lang="en-US" dirty="0"/>
            <a:t>Fase 1 — </a:t>
          </a:r>
          <a:r>
            <a:rPr lang="en-US" dirty="0" err="1"/>
            <a:t>Análise</a:t>
          </a:r>
          <a:r>
            <a:rPr lang="en-US" dirty="0"/>
            <a:t> </a:t>
          </a:r>
          <a:r>
            <a:rPr lang="en-US" dirty="0" err="1"/>
            <a:t>Exploratória</a:t>
          </a:r>
          <a:r>
            <a:rPr lang="en-US" dirty="0"/>
            <a:t> (fase1_outputs/)</a:t>
          </a:r>
        </a:p>
      </dgm:t>
    </dgm:pt>
    <dgm:pt modelId="{960525F2-78D2-4AD0-B97E-E3B46AF146C6}" type="parTrans" cxnId="{013B502A-927C-4F4C-9DA2-E07EC138BA57}">
      <dgm:prSet/>
      <dgm:spPr/>
      <dgm:t>
        <a:bodyPr/>
        <a:lstStyle/>
        <a:p>
          <a:endParaRPr lang="en-US"/>
        </a:p>
      </dgm:t>
    </dgm:pt>
    <dgm:pt modelId="{C8106686-26C9-4D27-80A2-660951E5F474}" type="sibTrans" cxnId="{013B502A-927C-4F4C-9DA2-E07EC138BA57}">
      <dgm:prSet/>
      <dgm:spPr/>
      <dgm:t>
        <a:bodyPr/>
        <a:lstStyle/>
        <a:p>
          <a:endParaRPr lang="en-US"/>
        </a:p>
      </dgm:t>
    </dgm:pt>
    <dgm:pt modelId="{9047D263-0459-40FB-AB78-F5F02EE6FD0D}" type="pres">
      <dgm:prSet presAssocID="{5BA70A26-192A-43B4-9D84-500871D26142}" presName="linear" presStyleCnt="0">
        <dgm:presLayoutVars>
          <dgm:animLvl val="lvl"/>
          <dgm:resizeHandles val="exact"/>
        </dgm:presLayoutVars>
      </dgm:prSet>
      <dgm:spPr/>
    </dgm:pt>
    <dgm:pt modelId="{CB81F4F6-5B6A-4F07-A274-3BF4B5E3058C}" type="pres">
      <dgm:prSet presAssocID="{41ACB65A-840D-449F-A288-DFD45CD02AC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BE7EF21-11E5-47A1-9E4D-4CF0F4A839C5}" type="pres">
      <dgm:prSet presAssocID="{F446F84D-AFFE-4FB8-930A-D6BD1C011EF1}" presName="spacer" presStyleCnt="0"/>
      <dgm:spPr/>
    </dgm:pt>
    <dgm:pt modelId="{B787D41D-1DAE-43C8-9837-C50D191B7CE0}" type="pres">
      <dgm:prSet presAssocID="{B07F9F09-42F6-4AAD-9C98-B11FA2522C4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BAC9B0-E138-4A2E-81BE-3DECA8CCEE84}" type="pres">
      <dgm:prSet presAssocID="{B07F9F09-42F6-4AAD-9C98-B11FA2522C4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13B502A-927C-4F4C-9DA2-E07EC138BA57}" srcId="{B07F9F09-42F6-4AAD-9C98-B11FA2522C40}" destId="{B6E6FA54-4C5D-414B-80E8-A899F273863D}" srcOrd="0" destOrd="0" parTransId="{960525F2-78D2-4AD0-B97E-E3B46AF146C6}" sibTransId="{C8106686-26C9-4D27-80A2-660951E5F474}"/>
    <dgm:cxn modelId="{9BB78031-A89C-47C2-BB48-1398570EA2EE}" type="presOf" srcId="{41ACB65A-840D-449F-A288-DFD45CD02ACF}" destId="{CB81F4F6-5B6A-4F07-A274-3BF4B5E3058C}" srcOrd="0" destOrd="0" presId="urn:microsoft.com/office/officeart/2005/8/layout/vList2"/>
    <dgm:cxn modelId="{28870B7A-B7F4-487A-B5C9-4099E497ABFD}" srcId="{5BA70A26-192A-43B4-9D84-500871D26142}" destId="{41ACB65A-840D-449F-A288-DFD45CD02ACF}" srcOrd="0" destOrd="0" parTransId="{7D784CFE-97A8-4F0B-B68F-5CAE6C85279E}" sibTransId="{F446F84D-AFFE-4FB8-930A-D6BD1C011EF1}"/>
    <dgm:cxn modelId="{971CE298-951E-4488-A1FB-97D3D3A99535}" type="presOf" srcId="{B07F9F09-42F6-4AAD-9C98-B11FA2522C40}" destId="{B787D41D-1DAE-43C8-9837-C50D191B7CE0}" srcOrd="0" destOrd="0" presId="urn:microsoft.com/office/officeart/2005/8/layout/vList2"/>
    <dgm:cxn modelId="{98C185A6-30D9-48FF-AF85-7D3E1DFF7A78}" srcId="{5BA70A26-192A-43B4-9D84-500871D26142}" destId="{B07F9F09-42F6-4AAD-9C98-B11FA2522C40}" srcOrd="1" destOrd="0" parTransId="{8124EBF6-35C2-4AEA-8A68-01BA3CA394A4}" sibTransId="{69B2AE95-F8D1-4D07-AB0C-9A443C20FD5A}"/>
    <dgm:cxn modelId="{29B3DCD8-BDD7-41F5-A6A2-42A30128E3FC}" type="presOf" srcId="{5BA70A26-192A-43B4-9D84-500871D26142}" destId="{9047D263-0459-40FB-AB78-F5F02EE6FD0D}" srcOrd="0" destOrd="0" presId="urn:microsoft.com/office/officeart/2005/8/layout/vList2"/>
    <dgm:cxn modelId="{0B8A4EDF-B070-4D68-B509-D97D67784213}" type="presOf" srcId="{B6E6FA54-4C5D-414B-80E8-A899F273863D}" destId="{B4BAC9B0-E138-4A2E-81BE-3DECA8CCEE84}" srcOrd="0" destOrd="0" presId="urn:microsoft.com/office/officeart/2005/8/layout/vList2"/>
    <dgm:cxn modelId="{5EA1F5E9-8088-43AF-980D-B0DA86C6AFBA}" type="presParOf" srcId="{9047D263-0459-40FB-AB78-F5F02EE6FD0D}" destId="{CB81F4F6-5B6A-4F07-A274-3BF4B5E3058C}" srcOrd="0" destOrd="0" presId="urn:microsoft.com/office/officeart/2005/8/layout/vList2"/>
    <dgm:cxn modelId="{3C8B7FE6-3D34-44AB-9564-66CB15E93F0E}" type="presParOf" srcId="{9047D263-0459-40FB-AB78-F5F02EE6FD0D}" destId="{EBE7EF21-11E5-47A1-9E4D-4CF0F4A839C5}" srcOrd="1" destOrd="0" presId="urn:microsoft.com/office/officeart/2005/8/layout/vList2"/>
    <dgm:cxn modelId="{749EA5B3-31F7-4911-BF61-54F952317B52}" type="presParOf" srcId="{9047D263-0459-40FB-AB78-F5F02EE6FD0D}" destId="{B787D41D-1DAE-43C8-9837-C50D191B7CE0}" srcOrd="2" destOrd="0" presId="urn:microsoft.com/office/officeart/2005/8/layout/vList2"/>
    <dgm:cxn modelId="{EE643EEE-07C8-4EB5-9DD9-6573D3B29718}" type="presParOf" srcId="{9047D263-0459-40FB-AB78-F5F02EE6FD0D}" destId="{B4BAC9B0-E138-4A2E-81BE-3DECA8CCEE8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5A9A77-3E92-4232-B861-12EFF4B92F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A8BE10-FBED-486E-A6D1-0F9CA1E8867A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Remoção de endstream_count: correlação ~1.0 com stream_count — feature redundante sem valor informativo adicional.</a:t>
          </a:r>
        </a:p>
      </dgm:t>
    </dgm:pt>
    <dgm:pt modelId="{A56C4EA2-1DA4-49B8-B258-5F504C59F741}" type="parTrans" cxnId="{9FA580F4-BA15-4816-8466-541A6CAD908F}">
      <dgm:prSet/>
      <dgm:spPr/>
      <dgm:t>
        <a:bodyPr/>
        <a:lstStyle/>
        <a:p>
          <a:endParaRPr lang="en-US"/>
        </a:p>
      </dgm:t>
    </dgm:pt>
    <dgm:pt modelId="{DD2859E0-4FDE-4C72-9469-D7D1BA854B0B}" type="sibTrans" cxnId="{9FA580F4-BA15-4816-8466-541A6CAD908F}">
      <dgm:prSet/>
      <dgm:spPr/>
      <dgm:t>
        <a:bodyPr/>
        <a:lstStyle/>
        <a:p>
          <a:endParaRPr lang="en-US"/>
        </a:p>
      </dgm:t>
    </dgm:pt>
    <dgm:pt modelId="{A60D363A-4587-4057-B796-555F5C15ABE2}">
      <dgm:prSet/>
      <dgm:spPr/>
      <dgm:t>
        <a:bodyPr/>
        <a:lstStyle/>
        <a:p>
          <a:r>
            <a:rPr lang="en-US" i="1"/>
            <a:t>■ </a:t>
          </a:r>
          <a:r>
            <a:rPr lang="en-US"/>
            <a:t>Clipagem de outliers (IQR × 3) aplicada a 8 features contínuas, preservando a estrutura dos dados sem eliminar amostras.</a:t>
          </a:r>
        </a:p>
      </dgm:t>
    </dgm:pt>
    <dgm:pt modelId="{A83B913F-C5DF-4E63-A4BC-3E8591FB9B32}" type="parTrans" cxnId="{45F7854E-739A-446A-AB26-118419C87AFB}">
      <dgm:prSet/>
      <dgm:spPr/>
      <dgm:t>
        <a:bodyPr/>
        <a:lstStyle/>
        <a:p>
          <a:endParaRPr lang="en-US"/>
        </a:p>
      </dgm:t>
    </dgm:pt>
    <dgm:pt modelId="{DD4F4EC7-4DC6-4BBE-9A5B-C7A0866A1D20}" type="sibTrans" cxnId="{45F7854E-739A-446A-AB26-118419C87AFB}">
      <dgm:prSet/>
      <dgm:spPr/>
      <dgm:t>
        <a:bodyPr/>
        <a:lstStyle/>
        <a:p>
          <a:endParaRPr lang="en-US"/>
        </a:p>
      </dgm:t>
    </dgm:pt>
    <dgm:pt modelId="{E94CD236-64AF-4B80-8965-35EC6FBB6520}">
      <dgm:prSet/>
      <dgm:spPr/>
      <dgm:t>
        <a:bodyPr/>
        <a:lstStyle/>
        <a:p>
          <a:r>
            <a:rPr lang="en-US" i="1"/>
            <a:t>■ </a:t>
          </a:r>
          <a:r>
            <a:rPr lang="en-US"/>
            <a:t>Transformação log1p aplicada a 7 features com skewness &gt;30 — skewness reduzida para &lt;0.4 em todas. Distribuições visivelmente mais simétricas.</a:t>
          </a:r>
        </a:p>
      </dgm:t>
    </dgm:pt>
    <dgm:pt modelId="{3FCCF99E-3BA6-41D3-B574-9BD99CF33532}" type="parTrans" cxnId="{D11CB79C-72D8-4616-8361-8A799FCE0CA7}">
      <dgm:prSet/>
      <dgm:spPr/>
      <dgm:t>
        <a:bodyPr/>
        <a:lstStyle/>
        <a:p>
          <a:endParaRPr lang="en-US"/>
        </a:p>
      </dgm:t>
    </dgm:pt>
    <dgm:pt modelId="{2ED7B22A-62DF-4968-8901-704FE6F50A1A}" type="sibTrans" cxnId="{D11CB79C-72D8-4616-8361-8A799FCE0CA7}">
      <dgm:prSet/>
      <dgm:spPr/>
      <dgm:t>
        <a:bodyPr/>
        <a:lstStyle/>
        <a:p>
          <a:endParaRPr lang="en-US"/>
        </a:p>
      </dgm:t>
    </dgm:pt>
    <dgm:pt modelId="{E3AE54CE-DDA4-46D6-A0BD-D9CAD677FA22}">
      <dgm:prSet/>
      <dgm:spPr/>
      <dgm:t>
        <a:bodyPr/>
        <a:lstStyle/>
        <a:p>
          <a:r>
            <a:rPr lang="en-US" i="1"/>
            <a:t>■ </a:t>
          </a:r>
          <a:r>
            <a:rPr lang="en-US"/>
            <a:t>Normalização com RobustScaler (baseado na mediana e IQR) — robusto a outliers residuais.</a:t>
          </a:r>
        </a:p>
      </dgm:t>
    </dgm:pt>
    <dgm:pt modelId="{D5FE7042-7C41-40AB-AAAB-EBA1A1750437}" type="parTrans" cxnId="{E3A8C8B2-0682-4572-B1BE-295BFC2EB783}">
      <dgm:prSet/>
      <dgm:spPr/>
      <dgm:t>
        <a:bodyPr/>
        <a:lstStyle/>
        <a:p>
          <a:endParaRPr lang="en-US"/>
        </a:p>
      </dgm:t>
    </dgm:pt>
    <dgm:pt modelId="{BC9B1BC8-F963-4F1F-AAF3-3BA4457D2468}" type="sibTrans" cxnId="{E3A8C8B2-0682-4572-B1BE-295BFC2EB783}">
      <dgm:prSet/>
      <dgm:spPr/>
      <dgm:t>
        <a:bodyPr/>
        <a:lstStyle/>
        <a:p>
          <a:endParaRPr lang="en-US"/>
        </a:p>
      </dgm:t>
    </dgm:pt>
    <dgm:pt modelId="{0E04DA73-8AAB-4D1C-8AFA-6C4CA27D611A}">
      <dgm:prSet/>
      <dgm:spPr/>
      <dgm:t>
        <a:bodyPr/>
        <a:lstStyle/>
        <a:p>
          <a:r>
            <a:rPr lang="en-US"/>
            <a:t>Fase 2 — Tratamento de Dados (fase2_data.py)</a:t>
          </a:r>
        </a:p>
      </dgm:t>
    </dgm:pt>
    <dgm:pt modelId="{382213A1-9FAC-472E-A6C8-F9E471612228}" type="parTrans" cxnId="{EFA15375-4EEF-49FC-95AB-106F40AC8245}">
      <dgm:prSet/>
      <dgm:spPr/>
      <dgm:t>
        <a:bodyPr/>
        <a:lstStyle/>
        <a:p>
          <a:endParaRPr lang="en-US"/>
        </a:p>
      </dgm:t>
    </dgm:pt>
    <dgm:pt modelId="{045BF31D-5116-495C-BB6A-BF4317348BC1}" type="sibTrans" cxnId="{EFA15375-4EEF-49FC-95AB-106F40AC8245}">
      <dgm:prSet/>
      <dgm:spPr/>
      <dgm:t>
        <a:bodyPr/>
        <a:lstStyle/>
        <a:p>
          <a:endParaRPr lang="en-US"/>
        </a:p>
      </dgm:t>
    </dgm:pt>
    <dgm:pt modelId="{376569F7-F048-437D-A8BB-13BE5D28BFC0}" type="pres">
      <dgm:prSet presAssocID="{7B5A9A77-3E92-4232-B861-12EFF4B92F16}" presName="linear" presStyleCnt="0">
        <dgm:presLayoutVars>
          <dgm:animLvl val="lvl"/>
          <dgm:resizeHandles val="exact"/>
        </dgm:presLayoutVars>
      </dgm:prSet>
      <dgm:spPr/>
    </dgm:pt>
    <dgm:pt modelId="{04D65017-B294-461E-A28F-D298A1438D42}" type="pres">
      <dgm:prSet presAssocID="{32A8BE10-FBED-486E-A6D1-0F9CA1E8867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B3C0712-4AAF-4F7A-9164-43E468284AFF}" type="pres">
      <dgm:prSet presAssocID="{DD2859E0-4FDE-4C72-9469-D7D1BA854B0B}" presName="spacer" presStyleCnt="0"/>
      <dgm:spPr/>
    </dgm:pt>
    <dgm:pt modelId="{054533AB-9BA5-4933-A968-3B4D043A04C3}" type="pres">
      <dgm:prSet presAssocID="{A60D363A-4587-4057-B796-555F5C15AB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6AE5466-E3FB-449E-9897-134189CB3500}" type="pres">
      <dgm:prSet presAssocID="{DD4F4EC7-4DC6-4BBE-9A5B-C7A0866A1D20}" presName="spacer" presStyleCnt="0"/>
      <dgm:spPr/>
    </dgm:pt>
    <dgm:pt modelId="{3BB0FB23-7DED-4596-80FC-4643C5684F6F}" type="pres">
      <dgm:prSet presAssocID="{E94CD236-64AF-4B80-8965-35EC6FBB652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AD8DFFB-3FBA-4B96-8F51-C2214F046D2D}" type="pres">
      <dgm:prSet presAssocID="{2ED7B22A-62DF-4968-8901-704FE6F50A1A}" presName="spacer" presStyleCnt="0"/>
      <dgm:spPr/>
    </dgm:pt>
    <dgm:pt modelId="{4CFEA7DB-6E25-4482-BB24-CFD834506DED}" type="pres">
      <dgm:prSet presAssocID="{E3AE54CE-DDA4-46D6-A0BD-D9CAD677FA2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D3DFD44-12AB-4269-907E-26CAFDE38C04}" type="pres">
      <dgm:prSet presAssocID="{BC9B1BC8-F963-4F1F-AAF3-3BA4457D2468}" presName="spacer" presStyleCnt="0"/>
      <dgm:spPr/>
    </dgm:pt>
    <dgm:pt modelId="{D942DBFC-7214-43D9-BE5F-B08956F7D83A}" type="pres">
      <dgm:prSet presAssocID="{0E04DA73-8AAB-4D1C-8AFA-6C4CA27D61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92B9C01-FCBA-43B4-B2B1-49780A68A41F}" type="presOf" srcId="{E3AE54CE-DDA4-46D6-A0BD-D9CAD677FA22}" destId="{4CFEA7DB-6E25-4482-BB24-CFD834506DED}" srcOrd="0" destOrd="0" presId="urn:microsoft.com/office/officeart/2005/8/layout/vList2"/>
    <dgm:cxn modelId="{9D278722-0290-4868-8422-37F0C9D0AAFC}" type="presOf" srcId="{E94CD236-64AF-4B80-8965-35EC6FBB6520}" destId="{3BB0FB23-7DED-4596-80FC-4643C5684F6F}" srcOrd="0" destOrd="0" presId="urn:microsoft.com/office/officeart/2005/8/layout/vList2"/>
    <dgm:cxn modelId="{14D9EE28-A4A7-4663-86E2-A309384CB0B1}" type="presOf" srcId="{32A8BE10-FBED-486E-A6D1-0F9CA1E8867A}" destId="{04D65017-B294-461E-A28F-D298A1438D42}" srcOrd="0" destOrd="0" presId="urn:microsoft.com/office/officeart/2005/8/layout/vList2"/>
    <dgm:cxn modelId="{45F7854E-739A-446A-AB26-118419C87AFB}" srcId="{7B5A9A77-3E92-4232-B861-12EFF4B92F16}" destId="{A60D363A-4587-4057-B796-555F5C15ABE2}" srcOrd="1" destOrd="0" parTransId="{A83B913F-C5DF-4E63-A4BC-3E8591FB9B32}" sibTransId="{DD4F4EC7-4DC6-4BBE-9A5B-C7A0866A1D20}"/>
    <dgm:cxn modelId="{EFA15375-4EEF-49FC-95AB-106F40AC8245}" srcId="{7B5A9A77-3E92-4232-B861-12EFF4B92F16}" destId="{0E04DA73-8AAB-4D1C-8AFA-6C4CA27D611A}" srcOrd="4" destOrd="0" parTransId="{382213A1-9FAC-472E-A6C8-F9E471612228}" sibTransId="{045BF31D-5116-495C-BB6A-BF4317348BC1}"/>
    <dgm:cxn modelId="{1009217C-1F3D-49BA-B737-9CFF0CE62794}" type="presOf" srcId="{A60D363A-4587-4057-B796-555F5C15ABE2}" destId="{054533AB-9BA5-4933-A968-3B4D043A04C3}" srcOrd="0" destOrd="0" presId="urn:microsoft.com/office/officeart/2005/8/layout/vList2"/>
    <dgm:cxn modelId="{D11CB79C-72D8-4616-8361-8A799FCE0CA7}" srcId="{7B5A9A77-3E92-4232-B861-12EFF4B92F16}" destId="{E94CD236-64AF-4B80-8965-35EC6FBB6520}" srcOrd="2" destOrd="0" parTransId="{3FCCF99E-3BA6-41D3-B574-9BD99CF33532}" sibTransId="{2ED7B22A-62DF-4968-8901-704FE6F50A1A}"/>
    <dgm:cxn modelId="{DAF250A4-42CB-4EB5-B236-31FEC4C626E4}" type="presOf" srcId="{0E04DA73-8AAB-4D1C-8AFA-6C4CA27D611A}" destId="{D942DBFC-7214-43D9-BE5F-B08956F7D83A}" srcOrd="0" destOrd="0" presId="urn:microsoft.com/office/officeart/2005/8/layout/vList2"/>
    <dgm:cxn modelId="{E3A8C8B2-0682-4572-B1BE-295BFC2EB783}" srcId="{7B5A9A77-3E92-4232-B861-12EFF4B92F16}" destId="{E3AE54CE-DDA4-46D6-A0BD-D9CAD677FA22}" srcOrd="3" destOrd="0" parTransId="{D5FE7042-7C41-40AB-AAAB-EBA1A1750437}" sibTransId="{BC9B1BC8-F963-4F1F-AAF3-3BA4457D2468}"/>
    <dgm:cxn modelId="{B72C7EDC-CDE7-41D4-80E5-1A266D84FBAD}" type="presOf" srcId="{7B5A9A77-3E92-4232-B861-12EFF4B92F16}" destId="{376569F7-F048-437D-A8BB-13BE5D28BFC0}" srcOrd="0" destOrd="0" presId="urn:microsoft.com/office/officeart/2005/8/layout/vList2"/>
    <dgm:cxn modelId="{9FA580F4-BA15-4816-8466-541A6CAD908F}" srcId="{7B5A9A77-3E92-4232-B861-12EFF4B92F16}" destId="{32A8BE10-FBED-486E-A6D1-0F9CA1E8867A}" srcOrd="0" destOrd="0" parTransId="{A56C4EA2-1DA4-49B8-B258-5F504C59F741}" sibTransId="{DD2859E0-4FDE-4C72-9469-D7D1BA854B0B}"/>
    <dgm:cxn modelId="{4E1CAFA9-1734-4CBE-84CE-D88B7C496848}" type="presParOf" srcId="{376569F7-F048-437D-A8BB-13BE5D28BFC0}" destId="{04D65017-B294-461E-A28F-D298A1438D42}" srcOrd="0" destOrd="0" presId="urn:microsoft.com/office/officeart/2005/8/layout/vList2"/>
    <dgm:cxn modelId="{344C7256-C3CE-44B0-835B-ABF8C617BB15}" type="presParOf" srcId="{376569F7-F048-437D-A8BB-13BE5D28BFC0}" destId="{0B3C0712-4AAF-4F7A-9164-43E468284AFF}" srcOrd="1" destOrd="0" presId="urn:microsoft.com/office/officeart/2005/8/layout/vList2"/>
    <dgm:cxn modelId="{41E0CFD4-63A4-4370-B2E2-4C5340904AFC}" type="presParOf" srcId="{376569F7-F048-437D-A8BB-13BE5D28BFC0}" destId="{054533AB-9BA5-4933-A968-3B4D043A04C3}" srcOrd="2" destOrd="0" presId="urn:microsoft.com/office/officeart/2005/8/layout/vList2"/>
    <dgm:cxn modelId="{9834D888-F941-416D-9692-A0189DD8F936}" type="presParOf" srcId="{376569F7-F048-437D-A8BB-13BE5D28BFC0}" destId="{06AE5466-E3FB-449E-9897-134189CB3500}" srcOrd="3" destOrd="0" presId="urn:microsoft.com/office/officeart/2005/8/layout/vList2"/>
    <dgm:cxn modelId="{C4F9FCB4-B741-483D-A86D-23C03F4BB7B1}" type="presParOf" srcId="{376569F7-F048-437D-A8BB-13BE5D28BFC0}" destId="{3BB0FB23-7DED-4596-80FC-4643C5684F6F}" srcOrd="4" destOrd="0" presId="urn:microsoft.com/office/officeart/2005/8/layout/vList2"/>
    <dgm:cxn modelId="{428AEF7A-4050-48DB-AAE9-D6C3213D06A3}" type="presParOf" srcId="{376569F7-F048-437D-A8BB-13BE5D28BFC0}" destId="{1AD8DFFB-3FBA-4B96-8F51-C2214F046D2D}" srcOrd="5" destOrd="0" presId="urn:microsoft.com/office/officeart/2005/8/layout/vList2"/>
    <dgm:cxn modelId="{D92499E6-80D1-4B13-B054-3BE6261A6CB6}" type="presParOf" srcId="{376569F7-F048-437D-A8BB-13BE5D28BFC0}" destId="{4CFEA7DB-6E25-4482-BB24-CFD834506DED}" srcOrd="6" destOrd="0" presId="urn:microsoft.com/office/officeart/2005/8/layout/vList2"/>
    <dgm:cxn modelId="{FEB7BD2C-6496-41EE-A1B4-3716E09855C9}" type="presParOf" srcId="{376569F7-F048-437D-A8BB-13BE5D28BFC0}" destId="{9D3DFD44-12AB-4269-907E-26CAFDE38C04}" srcOrd="7" destOrd="0" presId="urn:microsoft.com/office/officeart/2005/8/layout/vList2"/>
    <dgm:cxn modelId="{A5519BFA-94CC-4610-8944-966D805F34DC}" type="presParOf" srcId="{376569F7-F048-437D-A8BB-13BE5D28BFC0}" destId="{D942DBFC-7214-43D9-BE5F-B08956F7D8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9D47736-CCE5-4466-9FC9-ADB384F5891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A77356-6808-4BF4-9561-6A87641D90CD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Dataset original desbalanceado: 9.297 amostras legítimas (48,2%) vs 9.999 de phishing (51,8%).</a:t>
          </a:r>
        </a:p>
      </dgm:t>
    </dgm:pt>
    <dgm:pt modelId="{436670C0-88B2-4EBC-A8E0-22223501E296}" type="parTrans" cxnId="{622DB232-999F-4FB8-A09A-3859FFAA3B5D}">
      <dgm:prSet/>
      <dgm:spPr/>
      <dgm:t>
        <a:bodyPr/>
        <a:lstStyle/>
        <a:p>
          <a:endParaRPr lang="en-US"/>
        </a:p>
      </dgm:t>
    </dgm:pt>
    <dgm:pt modelId="{4EFBEB7F-EAB6-4FE6-971A-4E25AE8DB6C4}" type="sibTrans" cxnId="{622DB232-999F-4FB8-A09A-3859FFAA3B5D}">
      <dgm:prSet/>
      <dgm:spPr/>
      <dgm:t>
        <a:bodyPr/>
        <a:lstStyle/>
        <a:p>
          <a:endParaRPr lang="en-US"/>
        </a:p>
      </dgm:t>
    </dgm:pt>
    <dgm:pt modelId="{0566F87F-BBC9-4D39-B707-B02B771EF0BD}">
      <dgm:prSet/>
      <dgm:spPr/>
      <dgm:t>
        <a:bodyPr/>
        <a:lstStyle/>
        <a:p>
          <a:r>
            <a:rPr lang="en-US" i="1"/>
            <a:t>■ </a:t>
          </a:r>
          <a:r>
            <a:rPr lang="en-US"/>
            <a:t>Aplicação de SMOTE (Synthetic Minority Oversampling Technique): geração de amostras sintéticas para a classe minoritária.</a:t>
          </a:r>
        </a:p>
      </dgm:t>
    </dgm:pt>
    <dgm:pt modelId="{FA7B6E17-C070-4AE6-B336-1C6297C8A6D2}" type="parTrans" cxnId="{50198ECC-3B8A-4529-905A-A1F78DD6597F}">
      <dgm:prSet/>
      <dgm:spPr/>
      <dgm:t>
        <a:bodyPr/>
        <a:lstStyle/>
        <a:p>
          <a:endParaRPr lang="en-US"/>
        </a:p>
      </dgm:t>
    </dgm:pt>
    <dgm:pt modelId="{40B319D4-0F33-4D4A-ABBE-1A693D77FF85}" type="sibTrans" cxnId="{50198ECC-3B8A-4529-905A-A1F78DD6597F}">
      <dgm:prSet/>
      <dgm:spPr/>
      <dgm:t>
        <a:bodyPr/>
        <a:lstStyle/>
        <a:p>
          <a:endParaRPr lang="en-US"/>
        </a:p>
      </dgm:t>
    </dgm:pt>
    <dgm:pt modelId="{E5784F21-4277-42AB-AA7D-CA3614C00AA1}">
      <dgm:prSet/>
      <dgm:spPr/>
      <dgm:t>
        <a:bodyPr/>
        <a:lstStyle/>
        <a:p>
          <a:r>
            <a:rPr lang="en-US" i="1"/>
            <a:t>■ </a:t>
          </a:r>
          <a:r>
            <a:rPr lang="en-US"/>
            <a:t>Resultado: 10.000 amostras por classe — distribuição perfeitamente equilibrada (50/50).</a:t>
          </a:r>
        </a:p>
      </dgm:t>
    </dgm:pt>
    <dgm:pt modelId="{40FD46A2-EBB1-4BDE-AEF9-540EC64A5639}" type="parTrans" cxnId="{91E0D3CE-FD1A-4DDE-AA63-DFBCB1BF4839}">
      <dgm:prSet/>
      <dgm:spPr/>
      <dgm:t>
        <a:bodyPr/>
        <a:lstStyle/>
        <a:p>
          <a:endParaRPr lang="en-US"/>
        </a:p>
      </dgm:t>
    </dgm:pt>
    <dgm:pt modelId="{3712E9D5-F8C4-400C-96AD-DA9216E16A25}" type="sibTrans" cxnId="{91E0D3CE-FD1A-4DDE-AA63-DFBCB1BF4839}">
      <dgm:prSet/>
      <dgm:spPr/>
      <dgm:t>
        <a:bodyPr/>
        <a:lstStyle/>
        <a:p>
          <a:endParaRPr lang="en-US"/>
        </a:p>
      </dgm:t>
    </dgm:pt>
    <dgm:pt modelId="{C7122115-DB93-4D97-849D-B5CBE710A586}">
      <dgm:prSet/>
      <dgm:spPr/>
      <dgm:t>
        <a:bodyPr/>
        <a:lstStyle/>
        <a:p>
          <a:r>
            <a:rPr lang="en-US" i="1"/>
            <a:t>■ </a:t>
          </a:r>
          <a:r>
            <a:rPr lang="en-US"/>
            <a:t>SMOTE garante que o modelo não aprende a favorecer a classe maioritária — melhora a generalização e reduz viés.</a:t>
          </a:r>
        </a:p>
      </dgm:t>
    </dgm:pt>
    <dgm:pt modelId="{9FAFE351-32A8-4A0C-AA37-FF7597759A7B}" type="parTrans" cxnId="{CAF88834-08BB-48A5-AA62-D08F4F4DD440}">
      <dgm:prSet/>
      <dgm:spPr/>
      <dgm:t>
        <a:bodyPr/>
        <a:lstStyle/>
        <a:p>
          <a:endParaRPr lang="en-US"/>
        </a:p>
      </dgm:t>
    </dgm:pt>
    <dgm:pt modelId="{56872A09-36A7-4204-9A3F-FB85C36AEF3C}" type="sibTrans" cxnId="{CAF88834-08BB-48A5-AA62-D08F4F4DD440}">
      <dgm:prSet/>
      <dgm:spPr/>
      <dgm:t>
        <a:bodyPr/>
        <a:lstStyle/>
        <a:p>
          <a:endParaRPr lang="en-US"/>
        </a:p>
      </dgm:t>
    </dgm:pt>
    <dgm:pt modelId="{783753DE-72A3-49DC-ACEA-F8F28FE41441}">
      <dgm:prSet/>
      <dgm:spPr/>
      <dgm:t>
        <a:bodyPr/>
        <a:lstStyle/>
        <a:p>
          <a:r>
            <a:rPr lang="en-US"/>
            <a:t>Fase 2 — Tratamento de Dados (fase2_data.py)</a:t>
          </a:r>
        </a:p>
      </dgm:t>
    </dgm:pt>
    <dgm:pt modelId="{ED2561B6-F8A9-4725-8E02-7CCFEAAB6CCC}" type="parTrans" cxnId="{7596DEEC-AA15-48C2-9507-9193061EA969}">
      <dgm:prSet/>
      <dgm:spPr/>
      <dgm:t>
        <a:bodyPr/>
        <a:lstStyle/>
        <a:p>
          <a:endParaRPr lang="en-US"/>
        </a:p>
      </dgm:t>
    </dgm:pt>
    <dgm:pt modelId="{14180D59-5DFB-461E-88D2-B588D647DA84}" type="sibTrans" cxnId="{7596DEEC-AA15-48C2-9507-9193061EA969}">
      <dgm:prSet/>
      <dgm:spPr/>
      <dgm:t>
        <a:bodyPr/>
        <a:lstStyle/>
        <a:p>
          <a:endParaRPr lang="en-US"/>
        </a:p>
      </dgm:t>
    </dgm:pt>
    <dgm:pt modelId="{C7F0AABA-BDDE-4F8C-92A7-D86A2975B04F}" type="pres">
      <dgm:prSet presAssocID="{49D47736-CCE5-4466-9FC9-ADB384F58913}" presName="diagram" presStyleCnt="0">
        <dgm:presLayoutVars>
          <dgm:dir/>
          <dgm:resizeHandles val="exact"/>
        </dgm:presLayoutVars>
      </dgm:prSet>
      <dgm:spPr/>
    </dgm:pt>
    <dgm:pt modelId="{180599FE-0E24-460F-B55D-5A0BF9991BFC}" type="pres">
      <dgm:prSet presAssocID="{BFA77356-6808-4BF4-9561-6A87641D90CD}" presName="node" presStyleLbl="node1" presStyleIdx="0" presStyleCnt="5">
        <dgm:presLayoutVars>
          <dgm:bulletEnabled val="1"/>
        </dgm:presLayoutVars>
      </dgm:prSet>
      <dgm:spPr/>
    </dgm:pt>
    <dgm:pt modelId="{945CDA89-71FE-4ED9-91D1-10CB1AC2E6E6}" type="pres">
      <dgm:prSet presAssocID="{4EFBEB7F-EAB6-4FE6-971A-4E25AE8DB6C4}" presName="sibTrans" presStyleCnt="0"/>
      <dgm:spPr/>
    </dgm:pt>
    <dgm:pt modelId="{CC0FFB99-F961-4A6C-A1D4-87C941991C3E}" type="pres">
      <dgm:prSet presAssocID="{0566F87F-BBC9-4D39-B707-B02B771EF0BD}" presName="node" presStyleLbl="node1" presStyleIdx="1" presStyleCnt="5">
        <dgm:presLayoutVars>
          <dgm:bulletEnabled val="1"/>
        </dgm:presLayoutVars>
      </dgm:prSet>
      <dgm:spPr/>
    </dgm:pt>
    <dgm:pt modelId="{22F267CF-B71D-44B9-9B51-DE6593472B39}" type="pres">
      <dgm:prSet presAssocID="{40B319D4-0F33-4D4A-ABBE-1A693D77FF85}" presName="sibTrans" presStyleCnt="0"/>
      <dgm:spPr/>
    </dgm:pt>
    <dgm:pt modelId="{818DAF28-C7EA-4B92-92D8-805717BC8DA6}" type="pres">
      <dgm:prSet presAssocID="{E5784F21-4277-42AB-AA7D-CA3614C00AA1}" presName="node" presStyleLbl="node1" presStyleIdx="2" presStyleCnt="5">
        <dgm:presLayoutVars>
          <dgm:bulletEnabled val="1"/>
        </dgm:presLayoutVars>
      </dgm:prSet>
      <dgm:spPr/>
    </dgm:pt>
    <dgm:pt modelId="{3153198F-13F8-4B2D-9359-1FDB6DDBFE69}" type="pres">
      <dgm:prSet presAssocID="{3712E9D5-F8C4-400C-96AD-DA9216E16A25}" presName="sibTrans" presStyleCnt="0"/>
      <dgm:spPr/>
    </dgm:pt>
    <dgm:pt modelId="{CAFE5305-C226-4275-9B89-06270BD66FE2}" type="pres">
      <dgm:prSet presAssocID="{C7122115-DB93-4D97-849D-B5CBE710A586}" presName="node" presStyleLbl="node1" presStyleIdx="3" presStyleCnt="5">
        <dgm:presLayoutVars>
          <dgm:bulletEnabled val="1"/>
        </dgm:presLayoutVars>
      </dgm:prSet>
      <dgm:spPr/>
    </dgm:pt>
    <dgm:pt modelId="{143B51EC-B204-423A-9D4C-9614854DE1CC}" type="pres">
      <dgm:prSet presAssocID="{56872A09-36A7-4204-9A3F-FB85C36AEF3C}" presName="sibTrans" presStyleCnt="0"/>
      <dgm:spPr/>
    </dgm:pt>
    <dgm:pt modelId="{EC9ADFCC-3D06-45A7-BDD5-18C64103B216}" type="pres">
      <dgm:prSet presAssocID="{783753DE-72A3-49DC-ACEA-F8F28FE41441}" presName="node" presStyleLbl="node1" presStyleIdx="4" presStyleCnt="5">
        <dgm:presLayoutVars>
          <dgm:bulletEnabled val="1"/>
        </dgm:presLayoutVars>
      </dgm:prSet>
      <dgm:spPr/>
    </dgm:pt>
  </dgm:ptLst>
  <dgm:cxnLst>
    <dgm:cxn modelId="{9D2CD31E-FFA1-4118-8F64-BB9CDD7EA592}" type="presOf" srcId="{C7122115-DB93-4D97-849D-B5CBE710A586}" destId="{CAFE5305-C226-4275-9B89-06270BD66FE2}" srcOrd="0" destOrd="0" presId="urn:microsoft.com/office/officeart/2005/8/layout/default"/>
    <dgm:cxn modelId="{622DB232-999F-4FB8-A09A-3859FFAA3B5D}" srcId="{49D47736-CCE5-4466-9FC9-ADB384F58913}" destId="{BFA77356-6808-4BF4-9561-6A87641D90CD}" srcOrd="0" destOrd="0" parTransId="{436670C0-88B2-4EBC-A8E0-22223501E296}" sibTransId="{4EFBEB7F-EAB6-4FE6-971A-4E25AE8DB6C4}"/>
    <dgm:cxn modelId="{CAF88834-08BB-48A5-AA62-D08F4F4DD440}" srcId="{49D47736-CCE5-4466-9FC9-ADB384F58913}" destId="{C7122115-DB93-4D97-849D-B5CBE710A586}" srcOrd="3" destOrd="0" parTransId="{9FAFE351-32A8-4A0C-AA37-FF7597759A7B}" sibTransId="{56872A09-36A7-4204-9A3F-FB85C36AEF3C}"/>
    <dgm:cxn modelId="{23712368-50F5-42B1-8048-7069A4CEAC6D}" type="presOf" srcId="{BFA77356-6808-4BF4-9561-6A87641D90CD}" destId="{180599FE-0E24-460F-B55D-5A0BF9991BFC}" srcOrd="0" destOrd="0" presId="urn:microsoft.com/office/officeart/2005/8/layout/default"/>
    <dgm:cxn modelId="{3639564A-C678-43E0-8621-2F656E10E9E9}" type="presOf" srcId="{783753DE-72A3-49DC-ACEA-F8F28FE41441}" destId="{EC9ADFCC-3D06-45A7-BDD5-18C64103B216}" srcOrd="0" destOrd="0" presId="urn:microsoft.com/office/officeart/2005/8/layout/default"/>
    <dgm:cxn modelId="{D8960C58-1C2B-4503-B35A-EE04F6EAA683}" type="presOf" srcId="{E5784F21-4277-42AB-AA7D-CA3614C00AA1}" destId="{818DAF28-C7EA-4B92-92D8-805717BC8DA6}" srcOrd="0" destOrd="0" presId="urn:microsoft.com/office/officeart/2005/8/layout/default"/>
    <dgm:cxn modelId="{DF35258C-D488-4ED8-AB5E-6ECAB5210A1C}" type="presOf" srcId="{49D47736-CCE5-4466-9FC9-ADB384F58913}" destId="{C7F0AABA-BDDE-4F8C-92A7-D86A2975B04F}" srcOrd="0" destOrd="0" presId="urn:microsoft.com/office/officeart/2005/8/layout/default"/>
    <dgm:cxn modelId="{50198ECC-3B8A-4529-905A-A1F78DD6597F}" srcId="{49D47736-CCE5-4466-9FC9-ADB384F58913}" destId="{0566F87F-BBC9-4D39-B707-B02B771EF0BD}" srcOrd="1" destOrd="0" parTransId="{FA7B6E17-C070-4AE6-B336-1C6297C8A6D2}" sibTransId="{40B319D4-0F33-4D4A-ABBE-1A693D77FF85}"/>
    <dgm:cxn modelId="{91E0D3CE-FD1A-4DDE-AA63-DFBCB1BF4839}" srcId="{49D47736-CCE5-4466-9FC9-ADB384F58913}" destId="{E5784F21-4277-42AB-AA7D-CA3614C00AA1}" srcOrd="2" destOrd="0" parTransId="{40FD46A2-EBB1-4BDE-AEF9-540EC64A5639}" sibTransId="{3712E9D5-F8C4-400C-96AD-DA9216E16A25}"/>
    <dgm:cxn modelId="{4EE6F7D9-B629-4011-A897-A6EA2734753E}" type="presOf" srcId="{0566F87F-BBC9-4D39-B707-B02B771EF0BD}" destId="{CC0FFB99-F961-4A6C-A1D4-87C941991C3E}" srcOrd="0" destOrd="0" presId="urn:microsoft.com/office/officeart/2005/8/layout/default"/>
    <dgm:cxn modelId="{7596DEEC-AA15-48C2-9507-9193061EA969}" srcId="{49D47736-CCE5-4466-9FC9-ADB384F58913}" destId="{783753DE-72A3-49DC-ACEA-F8F28FE41441}" srcOrd="4" destOrd="0" parTransId="{ED2561B6-F8A9-4725-8E02-7CCFEAAB6CCC}" sibTransId="{14180D59-5DFB-461E-88D2-B588D647DA84}"/>
    <dgm:cxn modelId="{504B21F6-F020-4FDA-9F49-122DEA4DD224}" type="presParOf" srcId="{C7F0AABA-BDDE-4F8C-92A7-D86A2975B04F}" destId="{180599FE-0E24-460F-B55D-5A0BF9991BFC}" srcOrd="0" destOrd="0" presId="urn:microsoft.com/office/officeart/2005/8/layout/default"/>
    <dgm:cxn modelId="{A05C2A7C-8CDC-4414-842A-FD11305051F2}" type="presParOf" srcId="{C7F0AABA-BDDE-4F8C-92A7-D86A2975B04F}" destId="{945CDA89-71FE-4ED9-91D1-10CB1AC2E6E6}" srcOrd="1" destOrd="0" presId="urn:microsoft.com/office/officeart/2005/8/layout/default"/>
    <dgm:cxn modelId="{80579779-E179-4D05-9AC5-E25152FC176B}" type="presParOf" srcId="{C7F0AABA-BDDE-4F8C-92A7-D86A2975B04F}" destId="{CC0FFB99-F961-4A6C-A1D4-87C941991C3E}" srcOrd="2" destOrd="0" presId="urn:microsoft.com/office/officeart/2005/8/layout/default"/>
    <dgm:cxn modelId="{561CA9DA-6A91-4327-97B6-F84226F71222}" type="presParOf" srcId="{C7F0AABA-BDDE-4F8C-92A7-D86A2975B04F}" destId="{22F267CF-B71D-44B9-9B51-DE6593472B39}" srcOrd="3" destOrd="0" presId="urn:microsoft.com/office/officeart/2005/8/layout/default"/>
    <dgm:cxn modelId="{15B9A6ED-C060-42F7-A3C1-04602C11B0B9}" type="presParOf" srcId="{C7F0AABA-BDDE-4F8C-92A7-D86A2975B04F}" destId="{818DAF28-C7EA-4B92-92D8-805717BC8DA6}" srcOrd="4" destOrd="0" presId="urn:microsoft.com/office/officeart/2005/8/layout/default"/>
    <dgm:cxn modelId="{66F36005-4A91-4829-AFD8-A6E0B7EA954F}" type="presParOf" srcId="{C7F0AABA-BDDE-4F8C-92A7-D86A2975B04F}" destId="{3153198F-13F8-4B2D-9359-1FDB6DDBFE69}" srcOrd="5" destOrd="0" presId="urn:microsoft.com/office/officeart/2005/8/layout/default"/>
    <dgm:cxn modelId="{F1A1E92A-12C7-4AB5-B221-2336F9DBCF51}" type="presParOf" srcId="{C7F0AABA-BDDE-4F8C-92A7-D86A2975B04F}" destId="{CAFE5305-C226-4275-9B89-06270BD66FE2}" srcOrd="6" destOrd="0" presId="urn:microsoft.com/office/officeart/2005/8/layout/default"/>
    <dgm:cxn modelId="{5642AF34-1F11-454D-A8A7-D20535AB4DE1}" type="presParOf" srcId="{C7F0AABA-BDDE-4F8C-92A7-D86A2975B04F}" destId="{143B51EC-B204-423A-9D4C-9614854DE1CC}" srcOrd="7" destOrd="0" presId="urn:microsoft.com/office/officeart/2005/8/layout/default"/>
    <dgm:cxn modelId="{31D50D82-B74B-4058-81F7-A95591E9B29B}" type="presParOf" srcId="{C7F0AABA-BDDE-4F8C-92A7-D86A2975B04F}" destId="{EC9ADFCC-3D06-45A7-BDD5-18C64103B21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404AF21-47E0-484A-B681-622BBFAB6B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0114C8-A37D-4752-ABBC-398DE66A186A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Dois métodos aplicados em paralelo para validação cruzada dos resultados.</a:t>
          </a:r>
        </a:p>
      </dgm:t>
    </dgm:pt>
    <dgm:pt modelId="{F672E09E-EDDD-430C-9C04-8D8B40C15AF1}" type="parTrans" cxnId="{36FED4CA-76CF-434C-9C5B-4495494DCB6E}">
      <dgm:prSet/>
      <dgm:spPr/>
      <dgm:t>
        <a:bodyPr/>
        <a:lstStyle/>
        <a:p>
          <a:endParaRPr lang="en-US"/>
        </a:p>
      </dgm:t>
    </dgm:pt>
    <dgm:pt modelId="{C1931D35-0C05-41BF-BC7A-6AB2E93C747E}" type="sibTrans" cxnId="{36FED4CA-76CF-434C-9C5B-4495494DCB6E}">
      <dgm:prSet/>
      <dgm:spPr/>
      <dgm:t>
        <a:bodyPr/>
        <a:lstStyle/>
        <a:p>
          <a:endParaRPr lang="en-US"/>
        </a:p>
      </dgm:t>
    </dgm:pt>
    <dgm:pt modelId="{0F4B385A-C93F-499A-8291-82A5ED5AFE0D}">
      <dgm:prSet/>
      <dgm:spPr/>
      <dgm:t>
        <a:bodyPr/>
        <a:lstStyle/>
        <a:p>
          <a:r>
            <a:rPr lang="en-US" i="1"/>
            <a:t>■ </a:t>
          </a:r>
          <a:r>
            <a:rPr lang="en-US"/>
            <a:t>SelectKBest (ANOVA F-score): avalia a relação estatística entre cada feature e o label — text_length e object_count destacam-se.</a:t>
          </a:r>
        </a:p>
      </dgm:t>
    </dgm:pt>
    <dgm:pt modelId="{9EAFC729-005F-4AEE-8A22-462EFF98DC8F}" type="parTrans" cxnId="{F0C51EDF-EADC-46FF-BDD5-6A93BAE2771D}">
      <dgm:prSet/>
      <dgm:spPr/>
      <dgm:t>
        <a:bodyPr/>
        <a:lstStyle/>
        <a:p>
          <a:endParaRPr lang="en-US"/>
        </a:p>
      </dgm:t>
    </dgm:pt>
    <dgm:pt modelId="{FEA6A973-4495-4499-A340-89DFA580A03E}" type="sibTrans" cxnId="{F0C51EDF-EADC-46FF-BDD5-6A93BAE2771D}">
      <dgm:prSet/>
      <dgm:spPr/>
      <dgm:t>
        <a:bodyPr/>
        <a:lstStyle/>
        <a:p>
          <a:endParaRPr lang="en-US"/>
        </a:p>
      </dgm:t>
    </dgm:pt>
    <dgm:pt modelId="{AD5F6B0B-EE59-488D-B469-56221153E905}">
      <dgm:prSet/>
      <dgm:spPr/>
      <dgm:t>
        <a:bodyPr/>
        <a:lstStyle/>
        <a:p>
          <a:r>
            <a:rPr lang="en-US" i="1"/>
            <a:t>■ </a:t>
          </a:r>
          <a:r>
            <a:rPr lang="en-US"/>
            <a:t>Random Forest Feature Importance: mede a contribuição de cada feature para a redução de impureza nas árvores — confirma text_length como feature dominante (~33%).</a:t>
          </a:r>
        </a:p>
      </dgm:t>
    </dgm:pt>
    <dgm:pt modelId="{DEE553A9-E84A-4B13-91FA-397216C34228}" type="parTrans" cxnId="{CFF958CF-4770-4B7A-9D6A-623596A69C13}">
      <dgm:prSet/>
      <dgm:spPr/>
      <dgm:t>
        <a:bodyPr/>
        <a:lstStyle/>
        <a:p>
          <a:endParaRPr lang="en-US"/>
        </a:p>
      </dgm:t>
    </dgm:pt>
    <dgm:pt modelId="{3712CCBC-1B42-4277-90E3-6D270FDB75E8}" type="sibTrans" cxnId="{CFF958CF-4770-4B7A-9D6A-623596A69C13}">
      <dgm:prSet/>
      <dgm:spPr/>
      <dgm:t>
        <a:bodyPr/>
        <a:lstStyle/>
        <a:p>
          <a:endParaRPr lang="en-US"/>
        </a:p>
      </dgm:t>
    </dgm:pt>
    <dgm:pt modelId="{684E6B73-690D-4275-B6EE-5C8D67537401}">
      <dgm:prSet/>
      <dgm:spPr/>
      <dgm:t>
        <a:bodyPr/>
        <a:lstStyle/>
        <a:p>
          <a:r>
            <a:rPr lang="en-US" i="1"/>
            <a:t>■ </a:t>
          </a:r>
          <a:r>
            <a:rPr lang="en-US"/>
            <a:t>Top 6 features selecionadas (RF importance &gt; 0.05): text_length, object_count, total_filters, metadata_size, file_size, title_chars.</a:t>
          </a:r>
        </a:p>
      </dgm:t>
    </dgm:pt>
    <dgm:pt modelId="{F7DDF4C4-6FBD-44FB-BB7D-DD4C6F95775D}" type="parTrans" cxnId="{694DB975-198F-49B3-A3AE-48AD5B0342EF}">
      <dgm:prSet/>
      <dgm:spPr/>
      <dgm:t>
        <a:bodyPr/>
        <a:lstStyle/>
        <a:p>
          <a:endParaRPr lang="en-US"/>
        </a:p>
      </dgm:t>
    </dgm:pt>
    <dgm:pt modelId="{2176A262-F009-45EA-8D8E-E8BE1E15BBFD}" type="sibTrans" cxnId="{694DB975-198F-49B3-A3AE-48AD5B0342EF}">
      <dgm:prSet/>
      <dgm:spPr/>
      <dgm:t>
        <a:bodyPr/>
        <a:lstStyle/>
        <a:p>
          <a:endParaRPr lang="en-US"/>
        </a:p>
      </dgm:t>
    </dgm:pt>
    <dgm:pt modelId="{D31DE4D3-E653-481A-B4B0-57C549AA9D5A}">
      <dgm:prSet/>
      <dgm:spPr/>
      <dgm:t>
        <a:bodyPr/>
        <a:lstStyle/>
        <a:p>
          <a:r>
            <a:rPr lang="en-US"/>
            <a:t>Fase 2 — Tratamento de Dados (fase2_data.py)</a:t>
          </a:r>
        </a:p>
      </dgm:t>
    </dgm:pt>
    <dgm:pt modelId="{BA5617FB-A3D3-4264-9615-05A2E1B992C7}" type="parTrans" cxnId="{7BDB7776-D88C-44B6-9FA9-47D761EBB90C}">
      <dgm:prSet/>
      <dgm:spPr/>
      <dgm:t>
        <a:bodyPr/>
        <a:lstStyle/>
        <a:p>
          <a:endParaRPr lang="en-US"/>
        </a:p>
      </dgm:t>
    </dgm:pt>
    <dgm:pt modelId="{689F5714-9AF8-439F-9BF2-78CC5D651B47}" type="sibTrans" cxnId="{7BDB7776-D88C-44B6-9FA9-47D761EBB90C}">
      <dgm:prSet/>
      <dgm:spPr/>
      <dgm:t>
        <a:bodyPr/>
        <a:lstStyle/>
        <a:p>
          <a:endParaRPr lang="en-US"/>
        </a:p>
      </dgm:t>
    </dgm:pt>
    <dgm:pt modelId="{3F829A18-8A47-4E37-8C0C-F00A2C7D846A}" type="pres">
      <dgm:prSet presAssocID="{1404AF21-47E0-484A-B681-622BBFAB6B17}" presName="linear" presStyleCnt="0">
        <dgm:presLayoutVars>
          <dgm:animLvl val="lvl"/>
          <dgm:resizeHandles val="exact"/>
        </dgm:presLayoutVars>
      </dgm:prSet>
      <dgm:spPr/>
    </dgm:pt>
    <dgm:pt modelId="{2C02379E-39C0-4C74-8841-B9CE4E1B6C19}" type="pres">
      <dgm:prSet presAssocID="{C20114C8-A37D-4752-ABBC-398DE66A186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0F5A565-4C01-423B-921D-6DDD22CB68CB}" type="pres">
      <dgm:prSet presAssocID="{C1931D35-0C05-41BF-BC7A-6AB2E93C747E}" presName="spacer" presStyleCnt="0"/>
      <dgm:spPr/>
    </dgm:pt>
    <dgm:pt modelId="{21284E79-3CEA-495A-BD9C-1C0ACECEA635}" type="pres">
      <dgm:prSet presAssocID="{0F4B385A-C93F-499A-8291-82A5ED5AFE0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5B7420E-F6EF-471D-A868-390F897F4E1C}" type="pres">
      <dgm:prSet presAssocID="{FEA6A973-4495-4499-A340-89DFA580A03E}" presName="spacer" presStyleCnt="0"/>
      <dgm:spPr/>
    </dgm:pt>
    <dgm:pt modelId="{4725AF1D-0C7D-446D-AF3C-3E33AD8FD30E}" type="pres">
      <dgm:prSet presAssocID="{AD5F6B0B-EE59-488D-B469-56221153E90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BF2BCE-6B95-4CFF-B460-203643631ED7}" type="pres">
      <dgm:prSet presAssocID="{3712CCBC-1B42-4277-90E3-6D270FDB75E8}" presName="spacer" presStyleCnt="0"/>
      <dgm:spPr/>
    </dgm:pt>
    <dgm:pt modelId="{CF210A75-ABC8-4B0C-B87B-0D5F1EC7F9C4}" type="pres">
      <dgm:prSet presAssocID="{684E6B73-690D-4275-B6EE-5C8D6753740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13F1D0F-3DE2-46FE-B227-7A63666BEC3D}" type="pres">
      <dgm:prSet presAssocID="{2176A262-F009-45EA-8D8E-E8BE1E15BBFD}" presName="spacer" presStyleCnt="0"/>
      <dgm:spPr/>
    </dgm:pt>
    <dgm:pt modelId="{FFD2C79C-C72D-4DC6-90C5-660C4AB16F84}" type="pres">
      <dgm:prSet presAssocID="{D31DE4D3-E653-481A-B4B0-57C549AA9D5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3AC3B1E-74AD-49F7-821C-47507D6D1E38}" type="presOf" srcId="{AD5F6B0B-EE59-488D-B469-56221153E905}" destId="{4725AF1D-0C7D-446D-AF3C-3E33AD8FD30E}" srcOrd="0" destOrd="0" presId="urn:microsoft.com/office/officeart/2005/8/layout/vList2"/>
    <dgm:cxn modelId="{6034153B-6DCA-4A84-B3ED-F3135D73A2A8}" type="presOf" srcId="{0F4B385A-C93F-499A-8291-82A5ED5AFE0D}" destId="{21284E79-3CEA-495A-BD9C-1C0ACECEA635}" srcOrd="0" destOrd="0" presId="urn:microsoft.com/office/officeart/2005/8/layout/vList2"/>
    <dgm:cxn modelId="{2821255B-E7C3-4AA6-BF45-FC7A12F758FB}" type="presOf" srcId="{1404AF21-47E0-484A-B681-622BBFAB6B17}" destId="{3F829A18-8A47-4E37-8C0C-F00A2C7D846A}" srcOrd="0" destOrd="0" presId="urn:microsoft.com/office/officeart/2005/8/layout/vList2"/>
    <dgm:cxn modelId="{089FA861-A927-42BF-ACE5-4E57F9E04860}" type="presOf" srcId="{C20114C8-A37D-4752-ABBC-398DE66A186A}" destId="{2C02379E-39C0-4C74-8841-B9CE4E1B6C19}" srcOrd="0" destOrd="0" presId="urn:microsoft.com/office/officeart/2005/8/layout/vList2"/>
    <dgm:cxn modelId="{694DB975-198F-49B3-A3AE-48AD5B0342EF}" srcId="{1404AF21-47E0-484A-B681-622BBFAB6B17}" destId="{684E6B73-690D-4275-B6EE-5C8D67537401}" srcOrd="3" destOrd="0" parTransId="{F7DDF4C4-6FBD-44FB-BB7D-DD4C6F95775D}" sibTransId="{2176A262-F009-45EA-8D8E-E8BE1E15BBFD}"/>
    <dgm:cxn modelId="{7BDB7776-D88C-44B6-9FA9-47D761EBB90C}" srcId="{1404AF21-47E0-484A-B681-622BBFAB6B17}" destId="{D31DE4D3-E653-481A-B4B0-57C549AA9D5A}" srcOrd="4" destOrd="0" parTransId="{BA5617FB-A3D3-4264-9615-05A2E1B992C7}" sibTransId="{689F5714-9AF8-439F-9BF2-78CC5D651B47}"/>
    <dgm:cxn modelId="{AF34CDBC-1924-41B7-9782-F1252302B321}" type="presOf" srcId="{684E6B73-690D-4275-B6EE-5C8D67537401}" destId="{CF210A75-ABC8-4B0C-B87B-0D5F1EC7F9C4}" srcOrd="0" destOrd="0" presId="urn:microsoft.com/office/officeart/2005/8/layout/vList2"/>
    <dgm:cxn modelId="{36FED4CA-76CF-434C-9C5B-4495494DCB6E}" srcId="{1404AF21-47E0-484A-B681-622BBFAB6B17}" destId="{C20114C8-A37D-4752-ABBC-398DE66A186A}" srcOrd="0" destOrd="0" parTransId="{F672E09E-EDDD-430C-9C04-8D8B40C15AF1}" sibTransId="{C1931D35-0C05-41BF-BC7A-6AB2E93C747E}"/>
    <dgm:cxn modelId="{CFF958CF-4770-4B7A-9D6A-623596A69C13}" srcId="{1404AF21-47E0-484A-B681-622BBFAB6B17}" destId="{AD5F6B0B-EE59-488D-B469-56221153E905}" srcOrd="2" destOrd="0" parTransId="{DEE553A9-E84A-4B13-91FA-397216C34228}" sibTransId="{3712CCBC-1B42-4277-90E3-6D270FDB75E8}"/>
    <dgm:cxn modelId="{F0C51EDF-EADC-46FF-BDD5-6A93BAE2771D}" srcId="{1404AF21-47E0-484A-B681-622BBFAB6B17}" destId="{0F4B385A-C93F-499A-8291-82A5ED5AFE0D}" srcOrd="1" destOrd="0" parTransId="{9EAFC729-005F-4AEE-8A22-462EFF98DC8F}" sibTransId="{FEA6A973-4495-4499-A340-89DFA580A03E}"/>
    <dgm:cxn modelId="{75F3D7FE-BE53-42EF-89E6-46691C520F38}" type="presOf" srcId="{D31DE4D3-E653-481A-B4B0-57C549AA9D5A}" destId="{FFD2C79C-C72D-4DC6-90C5-660C4AB16F84}" srcOrd="0" destOrd="0" presId="urn:microsoft.com/office/officeart/2005/8/layout/vList2"/>
    <dgm:cxn modelId="{FECC31E0-7D6C-4D5B-A354-C6AE78AE3F78}" type="presParOf" srcId="{3F829A18-8A47-4E37-8C0C-F00A2C7D846A}" destId="{2C02379E-39C0-4C74-8841-B9CE4E1B6C19}" srcOrd="0" destOrd="0" presId="urn:microsoft.com/office/officeart/2005/8/layout/vList2"/>
    <dgm:cxn modelId="{6F8191FF-1F18-43BE-8310-F404EB5DEA04}" type="presParOf" srcId="{3F829A18-8A47-4E37-8C0C-F00A2C7D846A}" destId="{B0F5A565-4C01-423B-921D-6DDD22CB68CB}" srcOrd="1" destOrd="0" presId="urn:microsoft.com/office/officeart/2005/8/layout/vList2"/>
    <dgm:cxn modelId="{C7617F75-DAFF-47F3-8913-5140D056EB1A}" type="presParOf" srcId="{3F829A18-8A47-4E37-8C0C-F00A2C7D846A}" destId="{21284E79-3CEA-495A-BD9C-1C0ACECEA635}" srcOrd="2" destOrd="0" presId="urn:microsoft.com/office/officeart/2005/8/layout/vList2"/>
    <dgm:cxn modelId="{02878C2E-E08F-48AE-8735-061A6F885913}" type="presParOf" srcId="{3F829A18-8A47-4E37-8C0C-F00A2C7D846A}" destId="{35B7420E-F6EF-471D-A868-390F897F4E1C}" srcOrd="3" destOrd="0" presId="urn:microsoft.com/office/officeart/2005/8/layout/vList2"/>
    <dgm:cxn modelId="{B15F0031-313E-4BB7-A105-4B1BC4F597F7}" type="presParOf" srcId="{3F829A18-8A47-4E37-8C0C-F00A2C7D846A}" destId="{4725AF1D-0C7D-446D-AF3C-3E33AD8FD30E}" srcOrd="4" destOrd="0" presId="urn:microsoft.com/office/officeart/2005/8/layout/vList2"/>
    <dgm:cxn modelId="{6C77CBCC-A7D9-49E6-B064-E56976B5A199}" type="presParOf" srcId="{3F829A18-8A47-4E37-8C0C-F00A2C7D846A}" destId="{DDBF2BCE-6B95-4CFF-B460-203643631ED7}" srcOrd="5" destOrd="0" presId="urn:microsoft.com/office/officeart/2005/8/layout/vList2"/>
    <dgm:cxn modelId="{222A35F5-0468-47FB-8A8B-56E3718AD057}" type="presParOf" srcId="{3F829A18-8A47-4E37-8C0C-F00A2C7D846A}" destId="{CF210A75-ABC8-4B0C-B87B-0D5F1EC7F9C4}" srcOrd="6" destOrd="0" presId="urn:microsoft.com/office/officeart/2005/8/layout/vList2"/>
    <dgm:cxn modelId="{3758A2D9-6773-47CF-BA30-E35902FE016F}" type="presParOf" srcId="{3F829A18-8A47-4E37-8C0C-F00A2C7D846A}" destId="{113F1D0F-3DE2-46FE-B227-7A63666BEC3D}" srcOrd="7" destOrd="0" presId="urn:microsoft.com/office/officeart/2005/8/layout/vList2"/>
    <dgm:cxn modelId="{A869E526-9C26-426F-8512-120EE7D3D7ED}" type="presParOf" srcId="{3F829A18-8A47-4E37-8C0C-F00A2C7D846A}" destId="{FFD2C79C-C72D-4DC6-90C5-660C4AB16F8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B064EEF-33F0-421D-95ED-64A412ABD53E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7A6A2D-F09C-44FF-894B-8761B8D03B5A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Dataset dividido em 80% treino / 20% teste, com estratificação para manter a proporção de classes.</a:t>
          </a:r>
        </a:p>
      </dgm:t>
    </dgm:pt>
    <dgm:pt modelId="{5B969190-A766-4F9D-B101-6EEA28694224}" type="parTrans" cxnId="{CCA316E6-A794-4F82-A9FE-5D150E450E36}">
      <dgm:prSet/>
      <dgm:spPr/>
      <dgm:t>
        <a:bodyPr/>
        <a:lstStyle/>
        <a:p>
          <a:endParaRPr lang="en-US"/>
        </a:p>
      </dgm:t>
    </dgm:pt>
    <dgm:pt modelId="{F3929C92-FA93-48CF-8AE2-2318ECCE86E2}" type="sibTrans" cxnId="{CCA316E6-A794-4F82-A9FE-5D150E450E36}">
      <dgm:prSet/>
      <dgm:spPr/>
      <dgm:t>
        <a:bodyPr/>
        <a:lstStyle/>
        <a:p>
          <a:endParaRPr lang="en-US"/>
        </a:p>
      </dgm:t>
    </dgm:pt>
    <dgm:pt modelId="{0656504A-67A8-4526-AEF1-A6EEF7754246}">
      <dgm:prSet/>
      <dgm:spPr/>
      <dgm:t>
        <a:bodyPr/>
        <a:lstStyle/>
        <a:p>
          <a:r>
            <a:rPr lang="en-US" i="1"/>
            <a:t>■ </a:t>
          </a:r>
          <a:r>
            <a:rPr lang="en-US"/>
            <a:t>Validação cruzada 5-fold estratificada aplicada a todos os modelos — garante robustez dos resultados.</a:t>
          </a:r>
        </a:p>
      </dgm:t>
    </dgm:pt>
    <dgm:pt modelId="{8A04643C-DA74-49ED-81CD-FA4E18A9D133}" type="parTrans" cxnId="{FC52C554-F49F-419C-90EC-06285EDA2779}">
      <dgm:prSet/>
      <dgm:spPr/>
      <dgm:t>
        <a:bodyPr/>
        <a:lstStyle/>
        <a:p>
          <a:endParaRPr lang="en-US"/>
        </a:p>
      </dgm:t>
    </dgm:pt>
    <dgm:pt modelId="{60265964-9370-4DD7-BA66-D3CA48DE91B3}" type="sibTrans" cxnId="{FC52C554-F49F-419C-90EC-06285EDA2779}">
      <dgm:prSet/>
      <dgm:spPr/>
      <dgm:t>
        <a:bodyPr/>
        <a:lstStyle/>
        <a:p>
          <a:endParaRPr lang="en-US"/>
        </a:p>
      </dgm:t>
    </dgm:pt>
    <dgm:pt modelId="{CCCAB9B6-19EB-4AF6-96D8-308A7D9C1B4F}">
      <dgm:prSet/>
      <dgm:spPr/>
      <dgm:t>
        <a:bodyPr/>
        <a:lstStyle/>
        <a:p>
          <a:r>
            <a:rPr lang="en-US" i="1"/>
            <a:t>■ </a:t>
          </a:r>
          <a:r>
            <a:rPr lang="en-US"/>
            <a:t>7 modelos treinados e comparados: Random Forest, KNN, Decision Tree, SVM, Logistic Regression, Naive Bayes e Linear Regression.</a:t>
          </a:r>
        </a:p>
      </dgm:t>
    </dgm:pt>
    <dgm:pt modelId="{FC93A684-F8CA-4267-9643-875D91605434}" type="parTrans" cxnId="{90AAC60D-3BD4-4A08-BE23-2D35DA43CC8D}">
      <dgm:prSet/>
      <dgm:spPr/>
      <dgm:t>
        <a:bodyPr/>
        <a:lstStyle/>
        <a:p>
          <a:endParaRPr lang="en-US"/>
        </a:p>
      </dgm:t>
    </dgm:pt>
    <dgm:pt modelId="{777C6F50-3DEC-47D8-8B80-51C1A2117A23}" type="sibTrans" cxnId="{90AAC60D-3BD4-4A08-BE23-2D35DA43CC8D}">
      <dgm:prSet/>
      <dgm:spPr/>
      <dgm:t>
        <a:bodyPr/>
        <a:lstStyle/>
        <a:p>
          <a:endParaRPr lang="en-US"/>
        </a:p>
      </dgm:t>
    </dgm:pt>
    <dgm:pt modelId="{AA5B97E3-2DE7-4B17-8426-5C972DB89319}">
      <dgm:prSet/>
      <dgm:spPr/>
      <dgm:t>
        <a:bodyPr/>
        <a:lstStyle/>
        <a:p>
          <a:r>
            <a:rPr lang="en-US" i="1"/>
            <a:t>■ </a:t>
          </a:r>
          <a:r>
            <a:rPr lang="en-US"/>
            <a:t>Pipeline de treino: features selecionadas (top 6) → modelo → avaliação com Accuracy, F1-Score, AUC e tempo de treino.</a:t>
          </a:r>
        </a:p>
      </dgm:t>
    </dgm:pt>
    <dgm:pt modelId="{4F49A1F0-E8CB-4962-A756-D5DF6BAD2B64}" type="parTrans" cxnId="{6EEFA729-9347-4DEB-B3D2-EDE28971443F}">
      <dgm:prSet/>
      <dgm:spPr/>
      <dgm:t>
        <a:bodyPr/>
        <a:lstStyle/>
        <a:p>
          <a:endParaRPr lang="en-US"/>
        </a:p>
      </dgm:t>
    </dgm:pt>
    <dgm:pt modelId="{1C06B9BC-D24A-4B85-8D71-150E1A8AE3F6}" type="sibTrans" cxnId="{6EEFA729-9347-4DEB-B3D2-EDE28971443F}">
      <dgm:prSet/>
      <dgm:spPr/>
      <dgm:t>
        <a:bodyPr/>
        <a:lstStyle/>
        <a:p>
          <a:endParaRPr lang="en-US"/>
        </a:p>
      </dgm:t>
    </dgm:pt>
    <dgm:pt modelId="{2FF76847-399C-443F-A5AE-3CC6E9A9D682}">
      <dgm:prSet/>
      <dgm:spPr/>
      <dgm:t>
        <a:bodyPr/>
        <a:lstStyle/>
        <a:p>
          <a:r>
            <a:rPr lang="en-US"/>
            <a:t>Fase 3 — Machine Learning (fase3.py)</a:t>
          </a:r>
        </a:p>
      </dgm:t>
    </dgm:pt>
    <dgm:pt modelId="{9D184A33-E999-4B8D-AA33-6F05DC4EF435}" type="parTrans" cxnId="{C44C5554-1BED-4366-A0A9-00430BC27386}">
      <dgm:prSet/>
      <dgm:spPr/>
      <dgm:t>
        <a:bodyPr/>
        <a:lstStyle/>
        <a:p>
          <a:endParaRPr lang="en-US"/>
        </a:p>
      </dgm:t>
    </dgm:pt>
    <dgm:pt modelId="{68DFB52E-4521-49A3-AA7C-83C93B3CB6D7}" type="sibTrans" cxnId="{C44C5554-1BED-4366-A0A9-00430BC27386}">
      <dgm:prSet/>
      <dgm:spPr/>
      <dgm:t>
        <a:bodyPr/>
        <a:lstStyle/>
        <a:p>
          <a:endParaRPr lang="en-US"/>
        </a:p>
      </dgm:t>
    </dgm:pt>
    <dgm:pt modelId="{8DA07209-25E1-46ED-9200-D75B47465603}" type="pres">
      <dgm:prSet presAssocID="{AB064EEF-33F0-421D-95ED-64A412ABD53E}" presName="Name0" presStyleCnt="0">
        <dgm:presLayoutVars>
          <dgm:dir/>
          <dgm:animLvl val="lvl"/>
          <dgm:resizeHandles val="exact"/>
        </dgm:presLayoutVars>
      </dgm:prSet>
      <dgm:spPr/>
    </dgm:pt>
    <dgm:pt modelId="{F665A73F-2A63-4EB6-80B9-1D8E76595E9C}" type="pres">
      <dgm:prSet presAssocID="{2FF76847-399C-443F-A5AE-3CC6E9A9D682}" presName="boxAndChildren" presStyleCnt="0"/>
      <dgm:spPr/>
    </dgm:pt>
    <dgm:pt modelId="{5F7B8762-E40D-4D3A-B709-A1AA4AAC4F8A}" type="pres">
      <dgm:prSet presAssocID="{2FF76847-399C-443F-A5AE-3CC6E9A9D682}" presName="parentTextBox" presStyleLbl="node1" presStyleIdx="0" presStyleCnt="5"/>
      <dgm:spPr/>
    </dgm:pt>
    <dgm:pt modelId="{5539A6DB-5DB2-40BA-969F-D98DDE648C93}" type="pres">
      <dgm:prSet presAssocID="{1C06B9BC-D24A-4B85-8D71-150E1A8AE3F6}" presName="sp" presStyleCnt="0"/>
      <dgm:spPr/>
    </dgm:pt>
    <dgm:pt modelId="{BACA683E-AF0D-4121-94A3-44FA95EB75D0}" type="pres">
      <dgm:prSet presAssocID="{AA5B97E3-2DE7-4B17-8426-5C972DB89319}" presName="arrowAndChildren" presStyleCnt="0"/>
      <dgm:spPr/>
    </dgm:pt>
    <dgm:pt modelId="{BCDF034F-44EA-45F2-81F5-F82C790707FA}" type="pres">
      <dgm:prSet presAssocID="{AA5B97E3-2DE7-4B17-8426-5C972DB89319}" presName="parentTextArrow" presStyleLbl="node1" presStyleIdx="1" presStyleCnt="5"/>
      <dgm:spPr/>
    </dgm:pt>
    <dgm:pt modelId="{AE7E83D0-4623-486B-8D03-F7137289E238}" type="pres">
      <dgm:prSet presAssocID="{777C6F50-3DEC-47D8-8B80-51C1A2117A23}" presName="sp" presStyleCnt="0"/>
      <dgm:spPr/>
    </dgm:pt>
    <dgm:pt modelId="{17170282-FD0F-473E-9427-10BC04FDA8F1}" type="pres">
      <dgm:prSet presAssocID="{CCCAB9B6-19EB-4AF6-96D8-308A7D9C1B4F}" presName="arrowAndChildren" presStyleCnt="0"/>
      <dgm:spPr/>
    </dgm:pt>
    <dgm:pt modelId="{1B4CB5A7-FAA3-4F15-B0AD-1829A2F826D7}" type="pres">
      <dgm:prSet presAssocID="{CCCAB9B6-19EB-4AF6-96D8-308A7D9C1B4F}" presName="parentTextArrow" presStyleLbl="node1" presStyleIdx="2" presStyleCnt="5"/>
      <dgm:spPr/>
    </dgm:pt>
    <dgm:pt modelId="{E3746525-EF7E-4F37-9444-D6244441E16E}" type="pres">
      <dgm:prSet presAssocID="{60265964-9370-4DD7-BA66-D3CA48DE91B3}" presName="sp" presStyleCnt="0"/>
      <dgm:spPr/>
    </dgm:pt>
    <dgm:pt modelId="{F293F017-968B-4DA4-8FB5-C2245BEF1BE1}" type="pres">
      <dgm:prSet presAssocID="{0656504A-67A8-4526-AEF1-A6EEF7754246}" presName="arrowAndChildren" presStyleCnt="0"/>
      <dgm:spPr/>
    </dgm:pt>
    <dgm:pt modelId="{B560E54A-5B89-4E90-A873-D7981D66B00D}" type="pres">
      <dgm:prSet presAssocID="{0656504A-67A8-4526-AEF1-A6EEF7754246}" presName="parentTextArrow" presStyleLbl="node1" presStyleIdx="3" presStyleCnt="5"/>
      <dgm:spPr/>
    </dgm:pt>
    <dgm:pt modelId="{F5D2509D-2A75-4652-AE75-C06A9FFEA39E}" type="pres">
      <dgm:prSet presAssocID="{F3929C92-FA93-48CF-8AE2-2318ECCE86E2}" presName="sp" presStyleCnt="0"/>
      <dgm:spPr/>
    </dgm:pt>
    <dgm:pt modelId="{99887639-3480-4228-8008-F813BF8636B9}" type="pres">
      <dgm:prSet presAssocID="{7A7A6A2D-F09C-44FF-894B-8761B8D03B5A}" presName="arrowAndChildren" presStyleCnt="0"/>
      <dgm:spPr/>
    </dgm:pt>
    <dgm:pt modelId="{58A12213-956E-4F51-9D5F-74BBDAB79C32}" type="pres">
      <dgm:prSet presAssocID="{7A7A6A2D-F09C-44FF-894B-8761B8D03B5A}" presName="parentTextArrow" presStyleLbl="node1" presStyleIdx="4" presStyleCnt="5"/>
      <dgm:spPr/>
    </dgm:pt>
  </dgm:ptLst>
  <dgm:cxnLst>
    <dgm:cxn modelId="{90AAC60D-3BD4-4A08-BE23-2D35DA43CC8D}" srcId="{AB064EEF-33F0-421D-95ED-64A412ABD53E}" destId="{CCCAB9B6-19EB-4AF6-96D8-308A7D9C1B4F}" srcOrd="2" destOrd="0" parTransId="{FC93A684-F8CA-4267-9643-875D91605434}" sibTransId="{777C6F50-3DEC-47D8-8B80-51C1A2117A23}"/>
    <dgm:cxn modelId="{6EEFA729-9347-4DEB-B3D2-EDE28971443F}" srcId="{AB064EEF-33F0-421D-95ED-64A412ABD53E}" destId="{AA5B97E3-2DE7-4B17-8426-5C972DB89319}" srcOrd="3" destOrd="0" parTransId="{4F49A1F0-E8CB-4962-A756-D5DF6BAD2B64}" sibTransId="{1C06B9BC-D24A-4B85-8D71-150E1A8AE3F6}"/>
    <dgm:cxn modelId="{08077A30-3962-40E2-A9A9-186323C1A548}" type="presOf" srcId="{AB064EEF-33F0-421D-95ED-64A412ABD53E}" destId="{8DA07209-25E1-46ED-9200-D75B47465603}" srcOrd="0" destOrd="0" presId="urn:microsoft.com/office/officeart/2005/8/layout/process4"/>
    <dgm:cxn modelId="{7CB9B547-BE47-4884-AB7F-6A0A365BB102}" type="presOf" srcId="{0656504A-67A8-4526-AEF1-A6EEF7754246}" destId="{B560E54A-5B89-4E90-A873-D7981D66B00D}" srcOrd="0" destOrd="0" presId="urn:microsoft.com/office/officeart/2005/8/layout/process4"/>
    <dgm:cxn modelId="{C44C5554-1BED-4366-A0A9-00430BC27386}" srcId="{AB064EEF-33F0-421D-95ED-64A412ABD53E}" destId="{2FF76847-399C-443F-A5AE-3CC6E9A9D682}" srcOrd="4" destOrd="0" parTransId="{9D184A33-E999-4B8D-AA33-6F05DC4EF435}" sibTransId="{68DFB52E-4521-49A3-AA7C-83C93B3CB6D7}"/>
    <dgm:cxn modelId="{FC52C554-F49F-419C-90EC-06285EDA2779}" srcId="{AB064EEF-33F0-421D-95ED-64A412ABD53E}" destId="{0656504A-67A8-4526-AEF1-A6EEF7754246}" srcOrd="1" destOrd="0" parTransId="{8A04643C-DA74-49ED-81CD-FA4E18A9D133}" sibTransId="{60265964-9370-4DD7-BA66-D3CA48DE91B3}"/>
    <dgm:cxn modelId="{DD6C4082-D645-4645-A493-758F3990E565}" type="presOf" srcId="{AA5B97E3-2DE7-4B17-8426-5C972DB89319}" destId="{BCDF034F-44EA-45F2-81F5-F82C790707FA}" srcOrd="0" destOrd="0" presId="urn:microsoft.com/office/officeart/2005/8/layout/process4"/>
    <dgm:cxn modelId="{98AD4EA9-97FF-43FE-971A-0F05135E3648}" type="presOf" srcId="{CCCAB9B6-19EB-4AF6-96D8-308A7D9C1B4F}" destId="{1B4CB5A7-FAA3-4F15-B0AD-1829A2F826D7}" srcOrd="0" destOrd="0" presId="urn:microsoft.com/office/officeart/2005/8/layout/process4"/>
    <dgm:cxn modelId="{E62C22B5-6B60-41E3-B45D-AE9C1A34839D}" type="presOf" srcId="{7A7A6A2D-F09C-44FF-894B-8761B8D03B5A}" destId="{58A12213-956E-4F51-9D5F-74BBDAB79C32}" srcOrd="0" destOrd="0" presId="urn:microsoft.com/office/officeart/2005/8/layout/process4"/>
    <dgm:cxn modelId="{5AF4EEE5-AE14-421C-86BE-DA285C624E10}" type="presOf" srcId="{2FF76847-399C-443F-A5AE-3CC6E9A9D682}" destId="{5F7B8762-E40D-4D3A-B709-A1AA4AAC4F8A}" srcOrd="0" destOrd="0" presId="urn:microsoft.com/office/officeart/2005/8/layout/process4"/>
    <dgm:cxn modelId="{CCA316E6-A794-4F82-A9FE-5D150E450E36}" srcId="{AB064EEF-33F0-421D-95ED-64A412ABD53E}" destId="{7A7A6A2D-F09C-44FF-894B-8761B8D03B5A}" srcOrd="0" destOrd="0" parTransId="{5B969190-A766-4F9D-B101-6EEA28694224}" sibTransId="{F3929C92-FA93-48CF-8AE2-2318ECCE86E2}"/>
    <dgm:cxn modelId="{FD8DFFD5-1532-4067-8A03-B3489E546A8B}" type="presParOf" srcId="{8DA07209-25E1-46ED-9200-D75B47465603}" destId="{F665A73F-2A63-4EB6-80B9-1D8E76595E9C}" srcOrd="0" destOrd="0" presId="urn:microsoft.com/office/officeart/2005/8/layout/process4"/>
    <dgm:cxn modelId="{7A1DC23E-5EEB-4FC8-9F89-E03D30EDCC7E}" type="presParOf" srcId="{F665A73F-2A63-4EB6-80B9-1D8E76595E9C}" destId="{5F7B8762-E40D-4D3A-B709-A1AA4AAC4F8A}" srcOrd="0" destOrd="0" presId="urn:microsoft.com/office/officeart/2005/8/layout/process4"/>
    <dgm:cxn modelId="{4241CCEB-8D80-430F-996D-E5C59D1D25DF}" type="presParOf" srcId="{8DA07209-25E1-46ED-9200-D75B47465603}" destId="{5539A6DB-5DB2-40BA-969F-D98DDE648C93}" srcOrd="1" destOrd="0" presId="urn:microsoft.com/office/officeart/2005/8/layout/process4"/>
    <dgm:cxn modelId="{AC04EA17-67EA-491B-B881-26FE5F558BEF}" type="presParOf" srcId="{8DA07209-25E1-46ED-9200-D75B47465603}" destId="{BACA683E-AF0D-4121-94A3-44FA95EB75D0}" srcOrd="2" destOrd="0" presId="urn:microsoft.com/office/officeart/2005/8/layout/process4"/>
    <dgm:cxn modelId="{9E475488-A4EB-4807-87D6-B2AB94D5654E}" type="presParOf" srcId="{BACA683E-AF0D-4121-94A3-44FA95EB75D0}" destId="{BCDF034F-44EA-45F2-81F5-F82C790707FA}" srcOrd="0" destOrd="0" presId="urn:microsoft.com/office/officeart/2005/8/layout/process4"/>
    <dgm:cxn modelId="{D53F5A0E-2F8E-47DE-BB7E-11907EC285EA}" type="presParOf" srcId="{8DA07209-25E1-46ED-9200-D75B47465603}" destId="{AE7E83D0-4623-486B-8D03-F7137289E238}" srcOrd="3" destOrd="0" presId="urn:microsoft.com/office/officeart/2005/8/layout/process4"/>
    <dgm:cxn modelId="{D5AE3E8F-AAB5-478E-8948-70588AE9825A}" type="presParOf" srcId="{8DA07209-25E1-46ED-9200-D75B47465603}" destId="{17170282-FD0F-473E-9427-10BC04FDA8F1}" srcOrd="4" destOrd="0" presId="urn:microsoft.com/office/officeart/2005/8/layout/process4"/>
    <dgm:cxn modelId="{46BFA3A0-EA5A-4019-94A8-88DBC23FDCBA}" type="presParOf" srcId="{17170282-FD0F-473E-9427-10BC04FDA8F1}" destId="{1B4CB5A7-FAA3-4F15-B0AD-1829A2F826D7}" srcOrd="0" destOrd="0" presId="urn:microsoft.com/office/officeart/2005/8/layout/process4"/>
    <dgm:cxn modelId="{145C5A3C-A615-4184-A0C2-F89BBC8FDC58}" type="presParOf" srcId="{8DA07209-25E1-46ED-9200-D75B47465603}" destId="{E3746525-EF7E-4F37-9444-D6244441E16E}" srcOrd="5" destOrd="0" presId="urn:microsoft.com/office/officeart/2005/8/layout/process4"/>
    <dgm:cxn modelId="{507941E0-9521-4665-9118-72BD6FD46BBA}" type="presParOf" srcId="{8DA07209-25E1-46ED-9200-D75B47465603}" destId="{F293F017-968B-4DA4-8FB5-C2245BEF1BE1}" srcOrd="6" destOrd="0" presId="urn:microsoft.com/office/officeart/2005/8/layout/process4"/>
    <dgm:cxn modelId="{B541DE1B-12A8-412F-B074-CF74896F2059}" type="presParOf" srcId="{F293F017-968B-4DA4-8FB5-C2245BEF1BE1}" destId="{B560E54A-5B89-4E90-A873-D7981D66B00D}" srcOrd="0" destOrd="0" presId="urn:microsoft.com/office/officeart/2005/8/layout/process4"/>
    <dgm:cxn modelId="{44D6974C-4E58-4AB4-AF4C-E1B86990A20A}" type="presParOf" srcId="{8DA07209-25E1-46ED-9200-D75B47465603}" destId="{F5D2509D-2A75-4652-AE75-C06A9FFEA39E}" srcOrd="7" destOrd="0" presId="urn:microsoft.com/office/officeart/2005/8/layout/process4"/>
    <dgm:cxn modelId="{ED803385-5B87-4A94-B1F7-DD3667D4C1D5}" type="presParOf" srcId="{8DA07209-25E1-46ED-9200-D75B47465603}" destId="{99887639-3480-4228-8008-F813BF8636B9}" srcOrd="8" destOrd="0" presId="urn:microsoft.com/office/officeart/2005/8/layout/process4"/>
    <dgm:cxn modelId="{744E04F2-B363-4629-8C12-44DC34A1BCA3}" type="presParOf" srcId="{99887639-3480-4228-8008-F813BF8636B9}" destId="{58A12213-956E-4F51-9D5F-74BBDAB79C3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876836C-8691-42D4-A0F8-5850082222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A3E858-E9FD-4C26-B6B4-6390860F78E9}">
      <dgm:prSet/>
      <dgm:spPr/>
      <dgm:t>
        <a:bodyPr/>
        <a:lstStyle/>
        <a:p>
          <a:pPr rtl="0"/>
          <a:r>
            <a:rPr lang="en-US" b="0" i="1" baseline="0" dirty="0"/>
            <a:t>■ </a:t>
          </a:r>
          <a:r>
            <a:rPr lang="en-US" b="1" dirty="0"/>
            <a:t>Random Forest </a:t>
          </a:r>
          <a:r>
            <a:rPr lang="en-US" b="1" dirty="0" err="1"/>
            <a:t>obteve</a:t>
          </a:r>
          <a:r>
            <a:rPr lang="en-US" b="1" dirty="0"/>
            <a:t> o </a:t>
          </a:r>
          <a:r>
            <a:rPr lang="en-US" b="1" dirty="0" err="1"/>
            <a:t>melhor</a:t>
          </a:r>
          <a:r>
            <a:rPr lang="en-US" b="1" dirty="0"/>
            <a:t> </a:t>
          </a:r>
          <a:r>
            <a:rPr lang="en-US" b="1" dirty="0" err="1"/>
            <a:t>desempenho</a:t>
          </a:r>
          <a:r>
            <a:rPr lang="en-US" b="1" dirty="0"/>
            <a:t> global:</a:t>
          </a:r>
          <a:r>
            <a:rPr lang="en-US" dirty="0"/>
            <a:t> Accuracy de </a:t>
          </a:r>
          <a:r>
            <a:rPr lang="en-US" b="1" dirty="0"/>
            <a:t>99,5%</a:t>
          </a:r>
          <a:r>
            <a:rPr lang="en-US" dirty="0"/>
            <a:t>, </a:t>
          </a:r>
          <a:r>
            <a:rPr lang="en-US" dirty="0" err="1"/>
            <a:t>Validação</a:t>
          </a:r>
          <a:r>
            <a:rPr lang="en-US" dirty="0"/>
            <a:t> Cruzada (CV) de </a:t>
          </a:r>
          <a:r>
            <a:rPr lang="en-US" b="1" dirty="0"/>
            <a:t>99,7%</a:t>
          </a:r>
          <a:r>
            <a:rPr lang="en-US" dirty="0"/>
            <a:t>, F1-Score de </a:t>
          </a:r>
          <a:r>
            <a:rPr lang="en-US" b="1" dirty="0"/>
            <a:t>99,5%</a:t>
          </a:r>
          <a:r>
            <a:rPr lang="en-US" dirty="0"/>
            <a:t> e um AUC </a:t>
          </a:r>
          <a:r>
            <a:rPr lang="en-US" dirty="0" err="1"/>
            <a:t>quase</a:t>
          </a:r>
          <a:r>
            <a:rPr lang="en-US" dirty="0"/>
            <a:t> </a:t>
          </a:r>
          <a:r>
            <a:rPr lang="en-US" dirty="0" err="1"/>
            <a:t>perfeito</a:t>
          </a:r>
          <a:r>
            <a:rPr lang="en-US" dirty="0"/>
            <a:t> de </a:t>
          </a:r>
          <a:r>
            <a:rPr lang="en-US" b="1" dirty="0"/>
            <a:t>0,999</a:t>
          </a:r>
          <a:r>
            <a:rPr lang="en-US" dirty="0"/>
            <a:t>.</a:t>
          </a:r>
        </a:p>
      </dgm:t>
    </dgm:pt>
    <dgm:pt modelId="{95D7B41C-8D20-4980-AB74-84327966CD36}" type="parTrans" cxnId="{F3618CE5-986F-49B5-B8ED-11B8B2C9C1C4}">
      <dgm:prSet/>
      <dgm:spPr/>
      <dgm:t>
        <a:bodyPr/>
        <a:lstStyle/>
        <a:p>
          <a:endParaRPr lang="en-US"/>
        </a:p>
      </dgm:t>
    </dgm:pt>
    <dgm:pt modelId="{16757C2E-CEE1-451B-9A05-87394C6738A1}" type="sibTrans" cxnId="{F3618CE5-986F-49B5-B8ED-11B8B2C9C1C4}">
      <dgm:prSet/>
      <dgm:spPr/>
      <dgm:t>
        <a:bodyPr/>
        <a:lstStyle/>
        <a:p>
          <a:endParaRPr lang="en-US"/>
        </a:p>
      </dgm:t>
    </dgm:pt>
    <dgm:pt modelId="{48D45EC5-D6ED-41BD-A5AC-08277E4EF0A9}">
      <dgm:prSet/>
      <dgm:spPr/>
      <dgm:t>
        <a:bodyPr/>
        <a:lstStyle/>
        <a:p>
          <a:pPr rtl="0"/>
          <a:r>
            <a:rPr lang="en-US" i="1" dirty="0"/>
            <a:t>■ </a:t>
          </a:r>
          <a:r>
            <a:rPr lang="en-US" b="1" dirty="0" err="1"/>
            <a:t>Modelos</a:t>
          </a:r>
          <a:r>
            <a:rPr lang="en-US" b="1" dirty="0"/>
            <a:t> </a:t>
          </a:r>
          <a:r>
            <a:rPr lang="en-US" b="1" dirty="0" err="1"/>
            <a:t>Não-Lineares</a:t>
          </a:r>
          <a:r>
            <a:rPr lang="en-US" b="1" dirty="0"/>
            <a:t> (KNN e Decision Tree):</a:t>
          </a:r>
          <a:r>
            <a:rPr lang="en-US" dirty="0"/>
            <a:t> </a:t>
          </a:r>
          <a:r>
            <a:rPr lang="en-US" dirty="0" err="1"/>
            <a:t>Apresentam</a:t>
          </a:r>
          <a:r>
            <a:rPr lang="en-US" dirty="0"/>
            <a:t> </a:t>
          </a:r>
          <a:r>
            <a:rPr lang="en-US" dirty="0" err="1"/>
            <a:t>resultados</a:t>
          </a:r>
          <a:r>
            <a:rPr lang="en-US" dirty="0"/>
            <a:t> </a:t>
          </a:r>
          <a:r>
            <a:rPr lang="en-US" dirty="0" err="1"/>
            <a:t>extremamente</a:t>
          </a:r>
          <a:r>
            <a:rPr lang="en-US" dirty="0"/>
            <a:t> </a:t>
          </a:r>
          <a:r>
            <a:rPr lang="en-US" dirty="0" err="1"/>
            <a:t>elevados</a:t>
          </a:r>
          <a:r>
            <a:rPr lang="en-US" dirty="0"/>
            <a:t>, ambos </a:t>
          </a:r>
          <a:r>
            <a:rPr lang="en-US" dirty="0" err="1"/>
            <a:t>acima</a:t>
          </a:r>
          <a:r>
            <a:rPr lang="en-US" dirty="0"/>
            <a:t> de </a:t>
          </a:r>
          <a:r>
            <a:rPr lang="en-US" b="1" dirty="0"/>
            <a:t>99%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todas</a:t>
          </a:r>
          <a:r>
            <a:rPr lang="en-US" dirty="0"/>
            <a:t> as </a:t>
          </a:r>
          <a:r>
            <a:rPr lang="en-US" dirty="0" err="1"/>
            <a:t>métricas</a:t>
          </a:r>
          <a:r>
            <a:rPr lang="en-US" dirty="0"/>
            <a:t>, </a:t>
          </a:r>
          <a:r>
            <a:rPr lang="en-US" dirty="0" err="1"/>
            <a:t>confirmando</a:t>
          </a:r>
          <a:r>
            <a:rPr lang="en-US" dirty="0"/>
            <a:t> a </a:t>
          </a:r>
          <a:r>
            <a:rPr lang="en-US" dirty="0" err="1"/>
            <a:t>eficácia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capturar</a:t>
          </a:r>
          <a:r>
            <a:rPr lang="en-US" dirty="0"/>
            <a:t> </a:t>
          </a:r>
          <a:r>
            <a:rPr lang="en-US" dirty="0" err="1"/>
            <a:t>padrões</a:t>
          </a:r>
          <a:r>
            <a:rPr lang="en-US" dirty="0"/>
            <a:t> </a:t>
          </a:r>
          <a:r>
            <a:rPr lang="en-US" dirty="0" err="1"/>
            <a:t>complexos</a:t>
          </a:r>
          <a:r>
            <a:rPr lang="en-US" dirty="0"/>
            <a:t>. </a:t>
          </a:r>
        </a:p>
      </dgm:t>
    </dgm:pt>
    <dgm:pt modelId="{F435B20A-9127-4F1C-A6BD-82B39370DA76}" type="parTrans" cxnId="{DC4A913B-85CA-4D26-BB3B-4FCA8A98EA70}">
      <dgm:prSet/>
      <dgm:spPr/>
      <dgm:t>
        <a:bodyPr/>
        <a:lstStyle/>
        <a:p>
          <a:endParaRPr lang="en-US"/>
        </a:p>
      </dgm:t>
    </dgm:pt>
    <dgm:pt modelId="{A9970213-7ACD-4125-8A0D-2648E043F2FA}" type="sibTrans" cxnId="{DC4A913B-85CA-4D26-BB3B-4FCA8A98EA70}">
      <dgm:prSet/>
      <dgm:spPr/>
      <dgm:t>
        <a:bodyPr/>
        <a:lstStyle/>
        <a:p>
          <a:endParaRPr lang="en-US"/>
        </a:p>
      </dgm:t>
    </dgm:pt>
    <dgm:pt modelId="{F6CBE481-1E57-40B2-968F-866C8F068310}">
      <dgm:prSet/>
      <dgm:spPr/>
      <dgm:t>
        <a:bodyPr/>
        <a:lstStyle/>
        <a:p>
          <a:pPr rtl="0"/>
          <a:r>
            <a:rPr lang="en-US" i="1" dirty="0"/>
            <a:t>■ </a:t>
          </a:r>
          <a:r>
            <a:rPr lang="en-US" b="1" dirty="0" err="1"/>
            <a:t>Modelos</a:t>
          </a:r>
          <a:r>
            <a:rPr lang="en-US" b="1" dirty="0"/>
            <a:t> com </a:t>
          </a:r>
          <a:r>
            <a:rPr lang="en-US" b="1" dirty="0" err="1"/>
            <a:t>maior</a:t>
          </a:r>
          <a:r>
            <a:rPr lang="en-US" b="1" dirty="0"/>
            <a:t> </a:t>
          </a:r>
          <a:r>
            <a:rPr lang="en-US" b="1" dirty="0" err="1"/>
            <a:t>dificuldade</a:t>
          </a:r>
          <a:r>
            <a:rPr lang="en-US" b="1" dirty="0"/>
            <a:t>:</a:t>
          </a:r>
          <a:r>
            <a:rPr lang="en-US" dirty="0"/>
            <a:t> Naive Bayes e Linear Regression </a:t>
          </a:r>
          <a:r>
            <a:rPr lang="en-US" dirty="0" err="1"/>
            <a:t>apresentam</a:t>
          </a:r>
          <a:r>
            <a:rPr lang="en-US" dirty="0"/>
            <a:t> o </a:t>
          </a:r>
          <a:r>
            <a:rPr lang="en-US" dirty="0" err="1"/>
            <a:t>desempenho</a:t>
          </a:r>
          <a:r>
            <a:rPr lang="en-US" dirty="0"/>
            <a:t> </a:t>
          </a:r>
          <a:r>
            <a:rPr lang="en-US" dirty="0" err="1"/>
            <a:t>mais</a:t>
          </a:r>
          <a:r>
            <a:rPr lang="en-US" dirty="0"/>
            <a:t> </a:t>
          </a:r>
          <a:r>
            <a:rPr lang="en-US" dirty="0" err="1"/>
            <a:t>baixo</a:t>
          </a:r>
          <a:r>
            <a:rPr lang="en-US" dirty="0"/>
            <a:t> (~</a:t>
          </a:r>
          <a:r>
            <a:rPr lang="en-US" b="1" dirty="0"/>
            <a:t>92-93</a:t>
          </a:r>
          <a:r>
            <a:rPr lang="en-US" dirty="0"/>
            <a:t>%), com um volume </a:t>
          </a:r>
          <a:r>
            <a:rPr lang="en-US" dirty="0" err="1"/>
            <a:t>significativamente</a:t>
          </a:r>
          <a:r>
            <a:rPr lang="en-US" dirty="0"/>
            <a:t> </a:t>
          </a:r>
          <a:r>
            <a:rPr lang="en-US" dirty="0" err="1"/>
            <a:t>maior</a:t>
          </a:r>
          <a:r>
            <a:rPr lang="en-US" dirty="0"/>
            <a:t> de </a:t>
          </a:r>
          <a:r>
            <a:rPr lang="en-US" b="1" dirty="0" err="1"/>
            <a:t>Falsos</a:t>
          </a:r>
          <a:r>
            <a:rPr lang="en-US" b="1" dirty="0"/>
            <a:t> </a:t>
          </a:r>
          <a:r>
            <a:rPr lang="en-US" b="1" dirty="0" err="1"/>
            <a:t>Negativos</a:t>
          </a:r>
          <a:r>
            <a:rPr lang="en-US" dirty="0"/>
            <a:t> (</a:t>
          </a:r>
          <a:r>
            <a:rPr lang="en-US" dirty="0" err="1"/>
            <a:t>amostras</a:t>
          </a:r>
          <a:r>
            <a:rPr lang="en-US" dirty="0"/>
            <a:t> de phishing </a:t>
          </a:r>
          <a:r>
            <a:rPr lang="en-US" dirty="0" err="1"/>
            <a:t>ignoradas</a:t>
          </a:r>
          <a:r>
            <a:rPr lang="en-US" dirty="0"/>
            <a:t>). </a:t>
          </a:r>
        </a:p>
      </dgm:t>
    </dgm:pt>
    <dgm:pt modelId="{54E95EEA-00E5-48BD-BD8C-AD5DF6A41DB9}" type="parTrans" cxnId="{3A351931-A0D5-426A-9D1B-35269A47E071}">
      <dgm:prSet/>
      <dgm:spPr/>
      <dgm:t>
        <a:bodyPr/>
        <a:lstStyle/>
        <a:p>
          <a:endParaRPr lang="en-US"/>
        </a:p>
      </dgm:t>
    </dgm:pt>
    <dgm:pt modelId="{C1E1A58D-13B6-4866-933F-B5A8FBBB870C}" type="sibTrans" cxnId="{3A351931-A0D5-426A-9D1B-35269A47E071}">
      <dgm:prSet/>
      <dgm:spPr/>
      <dgm:t>
        <a:bodyPr/>
        <a:lstStyle/>
        <a:p>
          <a:endParaRPr lang="en-US"/>
        </a:p>
      </dgm:t>
    </dgm:pt>
    <dgm:pt modelId="{9863759E-B9B8-43EA-B5C0-C4CEADE47267}">
      <dgm:prSet/>
      <dgm:spPr/>
      <dgm:t>
        <a:bodyPr/>
        <a:lstStyle/>
        <a:p>
          <a:pPr rtl="0"/>
          <a:r>
            <a:rPr lang="en-US" i="1" dirty="0"/>
            <a:t>■ </a:t>
          </a:r>
          <a:r>
            <a:rPr lang="en-US" b="1" dirty="0"/>
            <a:t>Consistência das Features:</a:t>
          </a:r>
          <a:r>
            <a:rPr lang="en-US" dirty="0"/>
            <a:t> O facto de todos os modelos superarem </a:t>
          </a:r>
          <a:r>
            <a:rPr lang="en-US" b="1" dirty="0"/>
            <a:t>92%</a:t>
          </a:r>
          <a:r>
            <a:rPr lang="en-US" dirty="0"/>
            <a:t> de precisão valida a robustez do pré-processamento e da seleção de atributos realizada na Fase 2.</a:t>
          </a:r>
        </a:p>
      </dgm:t>
    </dgm:pt>
    <dgm:pt modelId="{423DC4FF-768E-4C03-A4D9-58C94D3978E8}" type="parTrans" cxnId="{32572BD8-5DB9-47A7-A136-42C2E89B76FC}">
      <dgm:prSet/>
      <dgm:spPr/>
      <dgm:t>
        <a:bodyPr/>
        <a:lstStyle/>
        <a:p>
          <a:endParaRPr lang="en-US"/>
        </a:p>
      </dgm:t>
    </dgm:pt>
    <dgm:pt modelId="{59A65E29-BB44-4656-821F-6CDFBF42D502}" type="sibTrans" cxnId="{32572BD8-5DB9-47A7-A136-42C2E89B76FC}">
      <dgm:prSet/>
      <dgm:spPr/>
      <dgm:t>
        <a:bodyPr/>
        <a:lstStyle/>
        <a:p>
          <a:endParaRPr lang="en-US"/>
        </a:p>
      </dgm:t>
    </dgm:pt>
    <dgm:pt modelId="{F4D29CF6-4E7D-4411-AC75-5ACC41379A31}">
      <dgm:prSet/>
      <dgm:spPr/>
      <dgm:t>
        <a:bodyPr/>
        <a:lstStyle/>
        <a:p>
          <a:r>
            <a:rPr lang="en-US"/>
            <a:t>Fase 3 — Machine Learning (fase3.py)</a:t>
          </a:r>
        </a:p>
      </dgm:t>
    </dgm:pt>
    <dgm:pt modelId="{B4A86CF6-4036-4702-9341-74B4A2701727}" type="parTrans" cxnId="{F9889F92-C4D0-420F-AE08-D62DDEE0C348}">
      <dgm:prSet/>
      <dgm:spPr/>
      <dgm:t>
        <a:bodyPr/>
        <a:lstStyle/>
        <a:p>
          <a:endParaRPr lang="en-US"/>
        </a:p>
      </dgm:t>
    </dgm:pt>
    <dgm:pt modelId="{7227F5B8-FD72-4AF5-823F-3DAC1B0F19AA}" type="sibTrans" cxnId="{F9889F92-C4D0-420F-AE08-D62DDEE0C348}">
      <dgm:prSet/>
      <dgm:spPr/>
      <dgm:t>
        <a:bodyPr/>
        <a:lstStyle/>
        <a:p>
          <a:endParaRPr lang="en-US"/>
        </a:p>
      </dgm:t>
    </dgm:pt>
    <dgm:pt modelId="{F05F016F-603C-49C1-B860-04C7240448E6}" type="pres">
      <dgm:prSet presAssocID="{1876836C-8691-42D4-A0F8-585008222267}" presName="linear" presStyleCnt="0">
        <dgm:presLayoutVars>
          <dgm:animLvl val="lvl"/>
          <dgm:resizeHandles val="exact"/>
        </dgm:presLayoutVars>
      </dgm:prSet>
      <dgm:spPr/>
    </dgm:pt>
    <dgm:pt modelId="{748703AF-8F4D-4E9F-BBBA-1F27E627CB4A}" type="pres">
      <dgm:prSet presAssocID="{FEA3E858-E9FD-4C26-B6B4-6390860F78E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810D414-9F1E-484E-B1D4-709E82476E24}" type="pres">
      <dgm:prSet presAssocID="{16757C2E-CEE1-451B-9A05-87394C6738A1}" presName="spacer" presStyleCnt="0"/>
      <dgm:spPr/>
    </dgm:pt>
    <dgm:pt modelId="{E80F2D43-90BD-4DF3-A791-EDC7191A2630}" type="pres">
      <dgm:prSet presAssocID="{48D45EC5-D6ED-41BD-A5AC-08277E4EF0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6A45EE3-131F-428A-81B7-66B5D0CBB01C}" type="pres">
      <dgm:prSet presAssocID="{A9970213-7ACD-4125-8A0D-2648E043F2FA}" presName="spacer" presStyleCnt="0"/>
      <dgm:spPr/>
    </dgm:pt>
    <dgm:pt modelId="{9C96AE26-784A-4F25-BC78-404358600A1F}" type="pres">
      <dgm:prSet presAssocID="{F6CBE481-1E57-40B2-968F-866C8F06831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FD30AD3-532F-46B6-A075-11F822D41468}" type="pres">
      <dgm:prSet presAssocID="{C1E1A58D-13B6-4866-933F-B5A8FBBB870C}" presName="spacer" presStyleCnt="0"/>
      <dgm:spPr/>
    </dgm:pt>
    <dgm:pt modelId="{6913A5D6-C3E0-4217-831C-197BFCBA6604}" type="pres">
      <dgm:prSet presAssocID="{9863759E-B9B8-43EA-B5C0-C4CEADE4726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780ABAD-8F6C-4FC8-BD0F-77B2D68914E8}" type="pres">
      <dgm:prSet presAssocID="{59A65E29-BB44-4656-821F-6CDFBF42D502}" presName="spacer" presStyleCnt="0"/>
      <dgm:spPr/>
    </dgm:pt>
    <dgm:pt modelId="{D4914ECD-8D14-4AA3-A4BD-7C66C01D2D09}" type="pres">
      <dgm:prSet presAssocID="{F4D29CF6-4E7D-4411-AC75-5ACC41379A3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810E127-5B36-4F11-A1D8-CC542EBEF139}" type="presOf" srcId="{1876836C-8691-42D4-A0F8-585008222267}" destId="{F05F016F-603C-49C1-B860-04C7240448E6}" srcOrd="0" destOrd="0" presId="urn:microsoft.com/office/officeart/2005/8/layout/vList2"/>
    <dgm:cxn modelId="{BAB7CE2E-99CB-4963-8DB7-EB16C25CA001}" type="presOf" srcId="{48D45EC5-D6ED-41BD-A5AC-08277E4EF0A9}" destId="{E80F2D43-90BD-4DF3-A791-EDC7191A2630}" srcOrd="0" destOrd="0" presId="urn:microsoft.com/office/officeart/2005/8/layout/vList2"/>
    <dgm:cxn modelId="{3A351931-A0D5-426A-9D1B-35269A47E071}" srcId="{1876836C-8691-42D4-A0F8-585008222267}" destId="{F6CBE481-1E57-40B2-968F-866C8F068310}" srcOrd="2" destOrd="0" parTransId="{54E95EEA-00E5-48BD-BD8C-AD5DF6A41DB9}" sibTransId="{C1E1A58D-13B6-4866-933F-B5A8FBBB870C}"/>
    <dgm:cxn modelId="{DC4A913B-85CA-4D26-BB3B-4FCA8A98EA70}" srcId="{1876836C-8691-42D4-A0F8-585008222267}" destId="{48D45EC5-D6ED-41BD-A5AC-08277E4EF0A9}" srcOrd="1" destOrd="0" parTransId="{F435B20A-9127-4F1C-A6BD-82B39370DA76}" sibTransId="{A9970213-7ACD-4125-8A0D-2648E043F2FA}"/>
    <dgm:cxn modelId="{E0ED8642-8B67-4EA6-AF77-09070D091FDD}" type="presOf" srcId="{FEA3E858-E9FD-4C26-B6B4-6390860F78E9}" destId="{748703AF-8F4D-4E9F-BBBA-1F27E627CB4A}" srcOrd="0" destOrd="0" presId="urn:microsoft.com/office/officeart/2005/8/layout/vList2"/>
    <dgm:cxn modelId="{F270B774-D7AF-47AF-AC27-9E779304054E}" type="presOf" srcId="{F4D29CF6-4E7D-4411-AC75-5ACC41379A31}" destId="{D4914ECD-8D14-4AA3-A4BD-7C66C01D2D09}" srcOrd="0" destOrd="0" presId="urn:microsoft.com/office/officeart/2005/8/layout/vList2"/>
    <dgm:cxn modelId="{F9889F92-C4D0-420F-AE08-D62DDEE0C348}" srcId="{1876836C-8691-42D4-A0F8-585008222267}" destId="{F4D29CF6-4E7D-4411-AC75-5ACC41379A31}" srcOrd="4" destOrd="0" parTransId="{B4A86CF6-4036-4702-9341-74B4A2701727}" sibTransId="{7227F5B8-FD72-4AF5-823F-3DAC1B0F19AA}"/>
    <dgm:cxn modelId="{7AB3F4BF-930B-4879-9F63-DF97D6AB2A46}" type="presOf" srcId="{9863759E-B9B8-43EA-B5C0-C4CEADE47267}" destId="{6913A5D6-C3E0-4217-831C-197BFCBA6604}" srcOrd="0" destOrd="0" presId="urn:microsoft.com/office/officeart/2005/8/layout/vList2"/>
    <dgm:cxn modelId="{32572BD8-5DB9-47A7-A136-42C2E89B76FC}" srcId="{1876836C-8691-42D4-A0F8-585008222267}" destId="{9863759E-B9B8-43EA-B5C0-C4CEADE47267}" srcOrd="3" destOrd="0" parTransId="{423DC4FF-768E-4C03-A4D9-58C94D3978E8}" sibTransId="{59A65E29-BB44-4656-821F-6CDFBF42D502}"/>
    <dgm:cxn modelId="{F3618CE5-986F-49B5-B8ED-11B8B2C9C1C4}" srcId="{1876836C-8691-42D4-A0F8-585008222267}" destId="{FEA3E858-E9FD-4C26-B6B4-6390860F78E9}" srcOrd="0" destOrd="0" parTransId="{95D7B41C-8D20-4980-AB74-84327966CD36}" sibTransId="{16757C2E-CEE1-451B-9A05-87394C6738A1}"/>
    <dgm:cxn modelId="{BF49ADFF-BE40-4503-983B-A95C1C6AF92D}" type="presOf" srcId="{F6CBE481-1E57-40B2-968F-866C8F068310}" destId="{9C96AE26-784A-4F25-BC78-404358600A1F}" srcOrd="0" destOrd="0" presId="urn:microsoft.com/office/officeart/2005/8/layout/vList2"/>
    <dgm:cxn modelId="{5BFB17A2-E534-4B9F-A604-868E1D969458}" type="presParOf" srcId="{F05F016F-603C-49C1-B860-04C7240448E6}" destId="{748703AF-8F4D-4E9F-BBBA-1F27E627CB4A}" srcOrd="0" destOrd="0" presId="urn:microsoft.com/office/officeart/2005/8/layout/vList2"/>
    <dgm:cxn modelId="{3C1AF3EF-FC1F-4E2E-80E5-E2AA98FF06E9}" type="presParOf" srcId="{F05F016F-603C-49C1-B860-04C7240448E6}" destId="{0810D414-9F1E-484E-B1D4-709E82476E24}" srcOrd="1" destOrd="0" presId="urn:microsoft.com/office/officeart/2005/8/layout/vList2"/>
    <dgm:cxn modelId="{A908841E-898D-47DB-BC03-6709810846DD}" type="presParOf" srcId="{F05F016F-603C-49C1-B860-04C7240448E6}" destId="{E80F2D43-90BD-4DF3-A791-EDC7191A2630}" srcOrd="2" destOrd="0" presId="urn:microsoft.com/office/officeart/2005/8/layout/vList2"/>
    <dgm:cxn modelId="{309141F1-32EC-4C28-914F-BE79362472E7}" type="presParOf" srcId="{F05F016F-603C-49C1-B860-04C7240448E6}" destId="{F6A45EE3-131F-428A-81B7-66B5D0CBB01C}" srcOrd="3" destOrd="0" presId="urn:microsoft.com/office/officeart/2005/8/layout/vList2"/>
    <dgm:cxn modelId="{7D74FA03-58DB-4BF8-9A42-2F50F228FBBD}" type="presParOf" srcId="{F05F016F-603C-49C1-B860-04C7240448E6}" destId="{9C96AE26-784A-4F25-BC78-404358600A1F}" srcOrd="4" destOrd="0" presId="urn:microsoft.com/office/officeart/2005/8/layout/vList2"/>
    <dgm:cxn modelId="{027890C5-763D-4209-9630-B97CEB8B9F80}" type="presParOf" srcId="{F05F016F-603C-49C1-B860-04C7240448E6}" destId="{1FD30AD3-532F-46B6-A075-11F822D41468}" srcOrd="5" destOrd="0" presId="urn:microsoft.com/office/officeart/2005/8/layout/vList2"/>
    <dgm:cxn modelId="{2D0DAC0C-33ED-4F77-B757-0E77CC34A699}" type="presParOf" srcId="{F05F016F-603C-49C1-B860-04C7240448E6}" destId="{6913A5D6-C3E0-4217-831C-197BFCBA6604}" srcOrd="6" destOrd="0" presId="urn:microsoft.com/office/officeart/2005/8/layout/vList2"/>
    <dgm:cxn modelId="{5C9600E8-2ACF-45DB-A9FE-4FD000EC653F}" type="presParOf" srcId="{F05F016F-603C-49C1-B860-04C7240448E6}" destId="{C780ABAD-8F6C-4FC8-BD0F-77B2D68914E8}" srcOrd="7" destOrd="0" presId="urn:microsoft.com/office/officeart/2005/8/layout/vList2"/>
    <dgm:cxn modelId="{F12657C5-A32A-4526-9831-EF3426F62D67}" type="presParOf" srcId="{F05F016F-603C-49C1-B860-04C7240448E6}" destId="{D4914ECD-8D14-4AA3-A4BD-7C66C01D2D0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EDDBB0C-0744-48ED-8424-8964371AEE8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F0C618-78B1-4FC4-A8DD-CC0BEB59C738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Random Forest: apenas 5 falsos positivos e 14 falsos negativos em 4.000 amostras de teste — o mais preciso.</a:t>
          </a:r>
        </a:p>
      </dgm:t>
    </dgm:pt>
    <dgm:pt modelId="{8C50123E-0FCE-4A22-BA62-9A1F2998F7DD}" type="parTrans" cxnId="{BA2D58E0-BFA2-466C-B5AD-0E4402C0B1B1}">
      <dgm:prSet/>
      <dgm:spPr/>
      <dgm:t>
        <a:bodyPr/>
        <a:lstStyle/>
        <a:p>
          <a:endParaRPr lang="en-US"/>
        </a:p>
      </dgm:t>
    </dgm:pt>
    <dgm:pt modelId="{DEBB95FB-9E54-4769-A81A-434A02F76C3B}" type="sibTrans" cxnId="{BA2D58E0-BFA2-466C-B5AD-0E4402C0B1B1}">
      <dgm:prSet/>
      <dgm:spPr/>
      <dgm:t>
        <a:bodyPr/>
        <a:lstStyle/>
        <a:p>
          <a:endParaRPr lang="en-US"/>
        </a:p>
      </dgm:t>
    </dgm:pt>
    <dgm:pt modelId="{9BD8F977-A2E3-48C9-B9E2-43FD63DCE3B5}">
      <dgm:prSet/>
      <dgm:spPr/>
      <dgm:t>
        <a:bodyPr/>
        <a:lstStyle/>
        <a:p>
          <a:r>
            <a:rPr lang="en-US" i="1"/>
            <a:t>■ </a:t>
          </a:r>
          <a:r>
            <a:rPr lang="en-US"/>
            <a:t>KNN e Decision Tree com erros igualmente reduzidos — menos de 20 classificações incorretas por classe.</a:t>
          </a:r>
        </a:p>
      </dgm:t>
    </dgm:pt>
    <dgm:pt modelId="{F79BFE08-C54C-4500-BE3C-12FB8AB88E82}" type="parTrans" cxnId="{CAEFF7B5-410C-4787-8F2F-CF1DC48BBD7C}">
      <dgm:prSet/>
      <dgm:spPr/>
      <dgm:t>
        <a:bodyPr/>
        <a:lstStyle/>
        <a:p>
          <a:endParaRPr lang="en-US"/>
        </a:p>
      </dgm:t>
    </dgm:pt>
    <dgm:pt modelId="{E52F9651-26CD-44D4-A11B-EE3F09A1A1F2}" type="sibTrans" cxnId="{CAEFF7B5-410C-4787-8F2F-CF1DC48BBD7C}">
      <dgm:prSet/>
      <dgm:spPr/>
      <dgm:t>
        <a:bodyPr/>
        <a:lstStyle/>
        <a:p>
          <a:endParaRPr lang="en-US"/>
        </a:p>
      </dgm:t>
    </dgm:pt>
    <dgm:pt modelId="{96AD0707-5170-4254-BE21-2F565A37A289}">
      <dgm:prSet/>
      <dgm:spPr/>
      <dgm:t>
        <a:bodyPr/>
        <a:lstStyle/>
        <a:p>
          <a:r>
            <a:rPr lang="en-US" i="1"/>
            <a:t>■ </a:t>
          </a:r>
          <a:r>
            <a:rPr lang="en-US"/>
            <a:t>Naive Bayes e Linear Regression com 268 e 281 falsos negativos respetivamente — phishing classificado como legítimo, o erro mais crítico em cibersegurança.</a:t>
          </a:r>
        </a:p>
      </dgm:t>
    </dgm:pt>
    <dgm:pt modelId="{717999F6-6864-4AB8-B0BC-E38B169ACF10}" type="parTrans" cxnId="{A6314BFD-274E-40B4-BAF1-B6A8E9EA1DC3}">
      <dgm:prSet/>
      <dgm:spPr/>
      <dgm:t>
        <a:bodyPr/>
        <a:lstStyle/>
        <a:p>
          <a:endParaRPr lang="en-US"/>
        </a:p>
      </dgm:t>
    </dgm:pt>
    <dgm:pt modelId="{3BB7B7AF-4469-4D84-811F-8FA29939563C}" type="sibTrans" cxnId="{A6314BFD-274E-40B4-BAF1-B6A8E9EA1DC3}">
      <dgm:prSet/>
      <dgm:spPr/>
      <dgm:t>
        <a:bodyPr/>
        <a:lstStyle/>
        <a:p>
          <a:endParaRPr lang="en-US"/>
        </a:p>
      </dgm:t>
    </dgm:pt>
    <dgm:pt modelId="{6251F22F-AAA1-4649-A906-571A238BC8BF}">
      <dgm:prSet/>
      <dgm:spPr/>
      <dgm:t>
        <a:bodyPr/>
        <a:lstStyle/>
        <a:p>
          <a:r>
            <a:rPr lang="en-US" i="1"/>
            <a:t>■ </a:t>
          </a:r>
          <a:r>
            <a:rPr lang="en-US"/>
            <a:t>Falsos negativos são mais perigosos que falsos positivos neste contexto — um PDF de phishing não detetado representa risco real.</a:t>
          </a:r>
        </a:p>
      </dgm:t>
    </dgm:pt>
    <dgm:pt modelId="{34AC54DC-4BCC-421C-B510-F25487AF113F}" type="parTrans" cxnId="{C6BAEB8B-ABD8-4DED-AE21-5FA9C11519D3}">
      <dgm:prSet/>
      <dgm:spPr/>
      <dgm:t>
        <a:bodyPr/>
        <a:lstStyle/>
        <a:p>
          <a:endParaRPr lang="en-US"/>
        </a:p>
      </dgm:t>
    </dgm:pt>
    <dgm:pt modelId="{C9031876-4F62-4491-A1E6-1F545200CAA8}" type="sibTrans" cxnId="{C6BAEB8B-ABD8-4DED-AE21-5FA9C11519D3}">
      <dgm:prSet/>
      <dgm:spPr/>
      <dgm:t>
        <a:bodyPr/>
        <a:lstStyle/>
        <a:p>
          <a:endParaRPr lang="en-US"/>
        </a:p>
      </dgm:t>
    </dgm:pt>
    <dgm:pt modelId="{132F9FDA-EC34-46DF-9210-FA35B41D14FC}">
      <dgm:prSet/>
      <dgm:spPr/>
      <dgm:t>
        <a:bodyPr/>
        <a:lstStyle/>
        <a:p>
          <a:r>
            <a:rPr lang="en-US"/>
            <a:t>Fase 3 — Machine Learning (fase3.py)</a:t>
          </a:r>
        </a:p>
      </dgm:t>
    </dgm:pt>
    <dgm:pt modelId="{31B35391-51F8-4718-B152-7FED22DD6C79}" type="parTrans" cxnId="{66079CA3-534B-42A4-A3BE-31B4140BB8D2}">
      <dgm:prSet/>
      <dgm:spPr/>
      <dgm:t>
        <a:bodyPr/>
        <a:lstStyle/>
        <a:p>
          <a:endParaRPr lang="en-US"/>
        </a:p>
      </dgm:t>
    </dgm:pt>
    <dgm:pt modelId="{96AC0D04-4944-47EA-B2EE-12984E9AC7F3}" type="sibTrans" cxnId="{66079CA3-534B-42A4-A3BE-31B4140BB8D2}">
      <dgm:prSet/>
      <dgm:spPr/>
      <dgm:t>
        <a:bodyPr/>
        <a:lstStyle/>
        <a:p>
          <a:endParaRPr lang="en-US"/>
        </a:p>
      </dgm:t>
    </dgm:pt>
    <dgm:pt modelId="{7681B159-28A5-4CB5-848D-6F704D35EE0D}" type="pres">
      <dgm:prSet presAssocID="{7EDDBB0C-0744-48ED-8424-8964371AEE81}" presName="vert0" presStyleCnt="0">
        <dgm:presLayoutVars>
          <dgm:dir/>
          <dgm:animOne val="branch"/>
          <dgm:animLvl val="lvl"/>
        </dgm:presLayoutVars>
      </dgm:prSet>
      <dgm:spPr/>
    </dgm:pt>
    <dgm:pt modelId="{56D83A7B-1B8C-4E9A-8D1B-246A7BCB45DE}" type="pres">
      <dgm:prSet presAssocID="{48F0C618-78B1-4FC4-A8DD-CC0BEB59C738}" presName="thickLine" presStyleLbl="alignNode1" presStyleIdx="0" presStyleCnt="5"/>
      <dgm:spPr/>
    </dgm:pt>
    <dgm:pt modelId="{21C462E6-1E22-4EC9-90CE-8E0587E4A833}" type="pres">
      <dgm:prSet presAssocID="{48F0C618-78B1-4FC4-A8DD-CC0BEB59C738}" presName="horz1" presStyleCnt="0"/>
      <dgm:spPr/>
    </dgm:pt>
    <dgm:pt modelId="{CADD7729-BE51-4DE3-A817-B0C3BD106FCD}" type="pres">
      <dgm:prSet presAssocID="{48F0C618-78B1-4FC4-A8DD-CC0BEB59C738}" presName="tx1" presStyleLbl="revTx" presStyleIdx="0" presStyleCnt="5"/>
      <dgm:spPr/>
    </dgm:pt>
    <dgm:pt modelId="{07A5AFAB-C58B-46AD-B4B9-B6A17B0EAA43}" type="pres">
      <dgm:prSet presAssocID="{48F0C618-78B1-4FC4-A8DD-CC0BEB59C738}" presName="vert1" presStyleCnt="0"/>
      <dgm:spPr/>
    </dgm:pt>
    <dgm:pt modelId="{1B4A8927-92FC-4491-BFBF-7286A7496BB6}" type="pres">
      <dgm:prSet presAssocID="{9BD8F977-A2E3-48C9-B9E2-43FD63DCE3B5}" presName="thickLine" presStyleLbl="alignNode1" presStyleIdx="1" presStyleCnt="5"/>
      <dgm:spPr/>
    </dgm:pt>
    <dgm:pt modelId="{8B7DA0EE-666B-4CB2-87A3-FD35044CFD9F}" type="pres">
      <dgm:prSet presAssocID="{9BD8F977-A2E3-48C9-B9E2-43FD63DCE3B5}" presName="horz1" presStyleCnt="0"/>
      <dgm:spPr/>
    </dgm:pt>
    <dgm:pt modelId="{1E94C09F-4F50-4F65-838B-C41C750965C3}" type="pres">
      <dgm:prSet presAssocID="{9BD8F977-A2E3-48C9-B9E2-43FD63DCE3B5}" presName="tx1" presStyleLbl="revTx" presStyleIdx="1" presStyleCnt="5"/>
      <dgm:spPr/>
    </dgm:pt>
    <dgm:pt modelId="{96D80726-2E72-4DE5-B9F1-105A28E74B5B}" type="pres">
      <dgm:prSet presAssocID="{9BD8F977-A2E3-48C9-B9E2-43FD63DCE3B5}" presName="vert1" presStyleCnt="0"/>
      <dgm:spPr/>
    </dgm:pt>
    <dgm:pt modelId="{189C46C4-D3E6-4F76-8572-0B53AA797C6D}" type="pres">
      <dgm:prSet presAssocID="{96AD0707-5170-4254-BE21-2F565A37A289}" presName="thickLine" presStyleLbl="alignNode1" presStyleIdx="2" presStyleCnt="5"/>
      <dgm:spPr/>
    </dgm:pt>
    <dgm:pt modelId="{1D0D985C-138E-4D63-9E67-20FE05336E71}" type="pres">
      <dgm:prSet presAssocID="{96AD0707-5170-4254-BE21-2F565A37A289}" presName="horz1" presStyleCnt="0"/>
      <dgm:spPr/>
    </dgm:pt>
    <dgm:pt modelId="{940267E2-3AE8-4980-B713-2C60FD0318C9}" type="pres">
      <dgm:prSet presAssocID="{96AD0707-5170-4254-BE21-2F565A37A289}" presName="tx1" presStyleLbl="revTx" presStyleIdx="2" presStyleCnt="5"/>
      <dgm:spPr/>
    </dgm:pt>
    <dgm:pt modelId="{5AFAD8B4-0252-4C68-B966-DEC70FE36B64}" type="pres">
      <dgm:prSet presAssocID="{96AD0707-5170-4254-BE21-2F565A37A289}" presName="vert1" presStyleCnt="0"/>
      <dgm:spPr/>
    </dgm:pt>
    <dgm:pt modelId="{0251AE63-2D0F-4867-89C1-65B9D2D1DEBA}" type="pres">
      <dgm:prSet presAssocID="{6251F22F-AAA1-4649-A906-571A238BC8BF}" presName="thickLine" presStyleLbl="alignNode1" presStyleIdx="3" presStyleCnt="5"/>
      <dgm:spPr/>
    </dgm:pt>
    <dgm:pt modelId="{4F52D989-995A-4A4C-9FA6-FAED4D686600}" type="pres">
      <dgm:prSet presAssocID="{6251F22F-AAA1-4649-A906-571A238BC8BF}" presName="horz1" presStyleCnt="0"/>
      <dgm:spPr/>
    </dgm:pt>
    <dgm:pt modelId="{F22B8B26-C77D-4A98-BFB7-82C8AAF33090}" type="pres">
      <dgm:prSet presAssocID="{6251F22F-AAA1-4649-A906-571A238BC8BF}" presName="tx1" presStyleLbl="revTx" presStyleIdx="3" presStyleCnt="5"/>
      <dgm:spPr/>
    </dgm:pt>
    <dgm:pt modelId="{CE5FEF03-6EB2-4E98-A0F6-2F466F78E8EA}" type="pres">
      <dgm:prSet presAssocID="{6251F22F-AAA1-4649-A906-571A238BC8BF}" presName="vert1" presStyleCnt="0"/>
      <dgm:spPr/>
    </dgm:pt>
    <dgm:pt modelId="{922C198F-2AEB-4A49-87DC-29A29E365EC7}" type="pres">
      <dgm:prSet presAssocID="{132F9FDA-EC34-46DF-9210-FA35B41D14FC}" presName="thickLine" presStyleLbl="alignNode1" presStyleIdx="4" presStyleCnt="5"/>
      <dgm:spPr/>
    </dgm:pt>
    <dgm:pt modelId="{F45012CC-A5EC-44B4-96EC-B78FDA6C5135}" type="pres">
      <dgm:prSet presAssocID="{132F9FDA-EC34-46DF-9210-FA35B41D14FC}" presName="horz1" presStyleCnt="0"/>
      <dgm:spPr/>
    </dgm:pt>
    <dgm:pt modelId="{E7724702-AF79-4BC4-8BEF-98FF773F5599}" type="pres">
      <dgm:prSet presAssocID="{132F9FDA-EC34-46DF-9210-FA35B41D14FC}" presName="tx1" presStyleLbl="revTx" presStyleIdx="4" presStyleCnt="5"/>
      <dgm:spPr/>
    </dgm:pt>
    <dgm:pt modelId="{CC0ACA6A-12AC-4926-9664-8AD0DB05076B}" type="pres">
      <dgm:prSet presAssocID="{132F9FDA-EC34-46DF-9210-FA35B41D14FC}" presName="vert1" presStyleCnt="0"/>
      <dgm:spPr/>
    </dgm:pt>
  </dgm:ptLst>
  <dgm:cxnLst>
    <dgm:cxn modelId="{272F1B6D-C16B-4BFE-AA45-494ACFB875A6}" type="presOf" srcId="{7EDDBB0C-0744-48ED-8424-8964371AEE81}" destId="{7681B159-28A5-4CB5-848D-6F704D35EE0D}" srcOrd="0" destOrd="0" presId="urn:microsoft.com/office/officeart/2008/layout/LinedList"/>
    <dgm:cxn modelId="{4E110682-14EB-41F7-AA73-3E481E47E7DD}" type="presOf" srcId="{48F0C618-78B1-4FC4-A8DD-CC0BEB59C738}" destId="{CADD7729-BE51-4DE3-A817-B0C3BD106FCD}" srcOrd="0" destOrd="0" presId="urn:microsoft.com/office/officeart/2008/layout/LinedList"/>
    <dgm:cxn modelId="{47E54883-13C8-41A7-8BCB-5C4948F3C8ED}" type="presOf" srcId="{132F9FDA-EC34-46DF-9210-FA35B41D14FC}" destId="{E7724702-AF79-4BC4-8BEF-98FF773F5599}" srcOrd="0" destOrd="0" presId="urn:microsoft.com/office/officeart/2008/layout/LinedList"/>
    <dgm:cxn modelId="{C6BAEB8B-ABD8-4DED-AE21-5FA9C11519D3}" srcId="{7EDDBB0C-0744-48ED-8424-8964371AEE81}" destId="{6251F22F-AAA1-4649-A906-571A238BC8BF}" srcOrd="3" destOrd="0" parTransId="{34AC54DC-4BCC-421C-B510-F25487AF113F}" sibTransId="{C9031876-4F62-4491-A1E6-1F545200CAA8}"/>
    <dgm:cxn modelId="{66079CA3-534B-42A4-A3BE-31B4140BB8D2}" srcId="{7EDDBB0C-0744-48ED-8424-8964371AEE81}" destId="{132F9FDA-EC34-46DF-9210-FA35B41D14FC}" srcOrd="4" destOrd="0" parTransId="{31B35391-51F8-4718-B152-7FED22DD6C79}" sibTransId="{96AC0D04-4944-47EA-B2EE-12984E9AC7F3}"/>
    <dgm:cxn modelId="{A5744DAD-8F4D-4694-A57A-CA3EC1E2CB3E}" type="presOf" srcId="{9BD8F977-A2E3-48C9-B9E2-43FD63DCE3B5}" destId="{1E94C09F-4F50-4F65-838B-C41C750965C3}" srcOrd="0" destOrd="0" presId="urn:microsoft.com/office/officeart/2008/layout/LinedList"/>
    <dgm:cxn modelId="{CAEFF7B5-410C-4787-8F2F-CF1DC48BBD7C}" srcId="{7EDDBB0C-0744-48ED-8424-8964371AEE81}" destId="{9BD8F977-A2E3-48C9-B9E2-43FD63DCE3B5}" srcOrd="1" destOrd="0" parTransId="{F79BFE08-C54C-4500-BE3C-12FB8AB88E82}" sibTransId="{E52F9651-26CD-44D4-A11B-EE3F09A1A1F2}"/>
    <dgm:cxn modelId="{26D2D9C7-6F60-4769-A635-BEE15ECE55A9}" type="presOf" srcId="{96AD0707-5170-4254-BE21-2F565A37A289}" destId="{940267E2-3AE8-4980-B713-2C60FD0318C9}" srcOrd="0" destOrd="0" presId="urn:microsoft.com/office/officeart/2008/layout/LinedList"/>
    <dgm:cxn modelId="{BA2D58E0-BFA2-466C-B5AD-0E4402C0B1B1}" srcId="{7EDDBB0C-0744-48ED-8424-8964371AEE81}" destId="{48F0C618-78B1-4FC4-A8DD-CC0BEB59C738}" srcOrd="0" destOrd="0" parTransId="{8C50123E-0FCE-4A22-BA62-9A1F2998F7DD}" sibTransId="{DEBB95FB-9E54-4769-A81A-434A02F76C3B}"/>
    <dgm:cxn modelId="{BD984FF9-9D2B-4C2C-9E7B-A1DF7D81B378}" type="presOf" srcId="{6251F22F-AAA1-4649-A906-571A238BC8BF}" destId="{F22B8B26-C77D-4A98-BFB7-82C8AAF33090}" srcOrd="0" destOrd="0" presId="urn:microsoft.com/office/officeart/2008/layout/LinedList"/>
    <dgm:cxn modelId="{A6314BFD-274E-40B4-BAF1-B6A8E9EA1DC3}" srcId="{7EDDBB0C-0744-48ED-8424-8964371AEE81}" destId="{96AD0707-5170-4254-BE21-2F565A37A289}" srcOrd="2" destOrd="0" parTransId="{717999F6-6864-4AB8-B0BC-E38B169ACF10}" sibTransId="{3BB7B7AF-4469-4D84-811F-8FA29939563C}"/>
    <dgm:cxn modelId="{41E4DA1C-3E33-4F64-8D22-30529C53E801}" type="presParOf" srcId="{7681B159-28A5-4CB5-848D-6F704D35EE0D}" destId="{56D83A7B-1B8C-4E9A-8D1B-246A7BCB45DE}" srcOrd="0" destOrd="0" presId="urn:microsoft.com/office/officeart/2008/layout/LinedList"/>
    <dgm:cxn modelId="{30E5433C-5C63-4EE9-A01B-BADFCD763A1D}" type="presParOf" srcId="{7681B159-28A5-4CB5-848D-6F704D35EE0D}" destId="{21C462E6-1E22-4EC9-90CE-8E0587E4A833}" srcOrd="1" destOrd="0" presId="urn:microsoft.com/office/officeart/2008/layout/LinedList"/>
    <dgm:cxn modelId="{AFED1293-4F44-4687-A4CB-8475E4060F91}" type="presParOf" srcId="{21C462E6-1E22-4EC9-90CE-8E0587E4A833}" destId="{CADD7729-BE51-4DE3-A817-B0C3BD106FCD}" srcOrd="0" destOrd="0" presId="urn:microsoft.com/office/officeart/2008/layout/LinedList"/>
    <dgm:cxn modelId="{18652046-3899-4D43-AFB3-E6F0EB02CDCE}" type="presParOf" srcId="{21C462E6-1E22-4EC9-90CE-8E0587E4A833}" destId="{07A5AFAB-C58B-46AD-B4B9-B6A17B0EAA43}" srcOrd="1" destOrd="0" presId="urn:microsoft.com/office/officeart/2008/layout/LinedList"/>
    <dgm:cxn modelId="{8FABB590-5019-4D5E-8BEB-78CD06CB343F}" type="presParOf" srcId="{7681B159-28A5-4CB5-848D-6F704D35EE0D}" destId="{1B4A8927-92FC-4491-BFBF-7286A7496BB6}" srcOrd="2" destOrd="0" presId="urn:microsoft.com/office/officeart/2008/layout/LinedList"/>
    <dgm:cxn modelId="{7C370AB2-812D-45ED-A8BD-05D595236DDE}" type="presParOf" srcId="{7681B159-28A5-4CB5-848D-6F704D35EE0D}" destId="{8B7DA0EE-666B-4CB2-87A3-FD35044CFD9F}" srcOrd="3" destOrd="0" presId="urn:microsoft.com/office/officeart/2008/layout/LinedList"/>
    <dgm:cxn modelId="{15F707FE-146D-489E-9197-DF8B410B0D0C}" type="presParOf" srcId="{8B7DA0EE-666B-4CB2-87A3-FD35044CFD9F}" destId="{1E94C09F-4F50-4F65-838B-C41C750965C3}" srcOrd="0" destOrd="0" presId="urn:microsoft.com/office/officeart/2008/layout/LinedList"/>
    <dgm:cxn modelId="{A50BC7DB-EA89-4C16-9599-B80544DC2545}" type="presParOf" srcId="{8B7DA0EE-666B-4CB2-87A3-FD35044CFD9F}" destId="{96D80726-2E72-4DE5-B9F1-105A28E74B5B}" srcOrd="1" destOrd="0" presId="urn:microsoft.com/office/officeart/2008/layout/LinedList"/>
    <dgm:cxn modelId="{EBDDC61F-9EB6-4B38-8A30-3C566F146FAF}" type="presParOf" srcId="{7681B159-28A5-4CB5-848D-6F704D35EE0D}" destId="{189C46C4-D3E6-4F76-8572-0B53AA797C6D}" srcOrd="4" destOrd="0" presId="urn:microsoft.com/office/officeart/2008/layout/LinedList"/>
    <dgm:cxn modelId="{F72C7A4B-29E0-430E-9313-ADC9CDF04C6C}" type="presParOf" srcId="{7681B159-28A5-4CB5-848D-6F704D35EE0D}" destId="{1D0D985C-138E-4D63-9E67-20FE05336E71}" srcOrd="5" destOrd="0" presId="urn:microsoft.com/office/officeart/2008/layout/LinedList"/>
    <dgm:cxn modelId="{ACAD8986-80DF-4B57-A797-92FB2B91B570}" type="presParOf" srcId="{1D0D985C-138E-4D63-9E67-20FE05336E71}" destId="{940267E2-3AE8-4980-B713-2C60FD0318C9}" srcOrd="0" destOrd="0" presId="urn:microsoft.com/office/officeart/2008/layout/LinedList"/>
    <dgm:cxn modelId="{A51A26B1-EDB9-41DC-B638-B5E914BDD351}" type="presParOf" srcId="{1D0D985C-138E-4D63-9E67-20FE05336E71}" destId="{5AFAD8B4-0252-4C68-B966-DEC70FE36B64}" srcOrd="1" destOrd="0" presId="urn:microsoft.com/office/officeart/2008/layout/LinedList"/>
    <dgm:cxn modelId="{FFD0EDCF-2635-4341-AFE3-F8A289EEE985}" type="presParOf" srcId="{7681B159-28A5-4CB5-848D-6F704D35EE0D}" destId="{0251AE63-2D0F-4867-89C1-65B9D2D1DEBA}" srcOrd="6" destOrd="0" presId="urn:microsoft.com/office/officeart/2008/layout/LinedList"/>
    <dgm:cxn modelId="{B10C0428-F06F-4804-86F1-A8CD1F5D661A}" type="presParOf" srcId="{7681B159-28A5-4CB5-848D-6F704D35EE0D}" destId="{4F52D989-995A-4A4C-9FA6-FAED4D686600}" srcOrd="7" destOrd="0" presId="urn:microsoft.com/office/officeart/2008/layout/LinedList"/>
    <dgm:cxn modelId="{34E435D8-2548-42B5-9197-F6D7E01389B7}" type="presParOf" srcId="{4F52D989-995A-4A4C-9FA6-FAED4D686600}" destId="{F22B8B26-C77D-4A98-BFB7-82C8AAF33090}" srcOrd="0" destOrd="0" presId="urn:microsoft.com/office/officeart/2008/layout/LinedList"/>
    <dgm:cxn modelId="{F3D249E8-7978-4232-8F0E-DDEC6FB055FD}" type="presParOf" srcId="{4F52D989-995A-4A4C-9FA6-FAED4D686600}" destId="{CE5FEF03-6EB2-4E98-A0F6-2F466F78E8EA}" srcOrd="1" destOrd="0" presId="urn:microsoft.com/office/officeart/2008/layout/LinedList"/>
    <dgm:cxn modelId="{28DFBDC1-0ACF-4515-B794-3C540461D001}" type="presParOf" srcId="{7681B159-28A5-4CB5-848D-6F704D35EE0D}" destId="{922C198F-2AEB-4A49-87DC-29A29E365EC7}" srcOrd="8" destOrd="0" presId="urn:microsoft.com/office/officeart/2008/layout/LinedList"/>
    <dgm:cxn modelId="{F1569830-037D-4F3E-B4A5-CEC2CE65C10B}" type="presParOf" srcId="{7681B159-28A5-4CB5-848D-6F704D35EE0D}" destId="{F45012CC-A5EC-44B4-96EC-B78FDA6C5135}" srcOrd="9" destOrd="0" presId="urn:microsoft.com/office/officeart/2008/layout/LinedList"/>
    <dgm:cxn modelId="{28B7271C-1664-44A9-B551-E7A5BB9AC4BA}" type="presParOf" srcId="{F45012CC-A5EC-44B4-96EC-B78FDA6C5135}" destId="{E7724702-AF79-4BC4-8BEF-98FF773F5599}" srcOrd="0" destOrd="0" presId="urn:microsoft.com/office/officeart/2008/layout/LinedList"/>
    <dgm:cxn modelId="{41A24A28-1B63-4B37-A340-6AC1944AC859}" type="presParOf" srcId="{F45012CC-A5EC-44B4-96EC-B78FDA6C5135}" destId="{CC0ACA6A-12AC-4926-9664-8AD0DB0507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B796F4D-B4C1-4E78-9A71-129014B5EC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44F60C-D45F-4988-8CAD-4BE501F17089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Random Forest com AUC 0,999 — curva praticamente perfeita, separação quase total entre classes.</a:t>
          </a:r>
        </a:p>
      </dgm:t>
    </dgm:pt>
    <dgm:pt modelId="{1043963A-C749-4A67-8031-4E2CE84B75AA}" type="parTrans" cxnId="{5D320C5C-37F3-4528-823A-FEF45267101E}">
      <dgm:prSet/>
      <dgm:spPr/>
      <dgm:t>
        <a:bodyPr/>
        <a:lstStyle/>
        <a:p>
          <a:endParaRPr lang="en-US"/>
        </a:p>
      </dgm:t>
    </dgm:pt>
    <dgm:pt modelId="{7982DF8E-0DA0-4E56-B0C2-2CB055B514F6}" type="sibTrans" cxnId="{5D320C5C-37F3-4528-823A-FEF45267101E}">
      <dgm:prSet/>
      <dgm:spPr/>
      <dgm:t>
        <a:bodyPr/>
        <a:lstStyle/>
        <a:p>
          <a:endParaRPr lang="en-US"/>
        </a:p>
      </dgm:t>
    </dgm:pt>
    <dgm:pt modelId="{A9543C14-1C26-4DBE-AA0E-AD4180A31CA6}">
      <dgm:prSet/>
      <dgm:spPr/>
      <dgm:t>
        <a:bodyPr/>
        <a:lstStyle/>
        <a:p>
          <a:r>
            <a:rPr lang="en-US" i="1"/>
            <a:t>■ </a:t>
          </a:r>
          <a:r>
            <a:rPr lang="en-US"/>
            <a:t>Todos os modelos com AUC acima de 0,98 — confirma capacidade discriminativa elevada mesmo nos modelos mais simples.</a:t>
          </a:r>
        </a:p>
      </dgm:t>
    </dgm:pt>
    <dgm:pt modelId="{0A78B61B-81F3-4371-A99A-471C6CEE1502}" type="parTrans" cxnId="{E9C1570B-811A-4B8E-B11C-1DB2D90A53EE}">
      <dgm:prSet/>
      <dgm:spPr/>
      <dgm:t>
        <a:bodyPr/>
        <a:lstStyle/>
        <a:p>
          <a:endParaRPr lang="en-US"/>
        </a:p>
      </dgm:t>
    </dgm:pt>
    <dgm:pt modelId="{9E920D63-E3F7-41D9-A254-FB695A1B4C95}" type="sibTrans" cxnId="{E9C1570B-811A-4B8E-B11C-1DB2D90A53EE}">
      <dgm:prSet/>
      <dgm:spPr/>
      <dgm:t>
        <a:bodyPr/>
        <a:lstStyle/>
        <a:p>
          <a:endParaRPr lang="en-US"/>
        </a:p>
      </dgm:t>
    </dgm:pt>
    <dgm:pt modelId="{1603971B-FD4D-4291-AB64-BB31CC164556}">
      <dgm:prSet/>
      <dgm:spPr/>
      <dgm:t>
        <a:bodyPr/>
        <a:lstStyle/>
        <a:p>
          <a:r>
            <a:rPr lang="en-US" i="1"/>
            <a:t>■ </a:t>
          </a:r>
          <a:r>
            <a:rPr lang="en-US"/>
            <a:t>Árvore de Decisão: primeira divisão feita por text_length — confirma que é a feature mais determinante na classificação.</a:t>
          </a:r>
        </a:p>
      </dgm:t>
    </dgm:pt>
    <dgm:pt modelId="{833C1BDE-6CE8-484D-8DCA-96FC4A762B05}" type="parTrans" cxnId="{522B45ED-872D-4118-A4CD-173BA39AAEAD}">
      <dgm:prSet/>
      <dgm:spPr/>
      <dgm:t>
        <a:bodyPr/>
        <a:lstStyle/>
        <a:p>
          <a:endParaRPr lang="en-US"/>
        </a:p>
      </dgm:t>
    </dgm:pt>
    <dgm:pt modelId="{37D064D0-88A1-4E29-8A68-8D75956E7DDD}" type="sibTrans" cxnId="{522B45ED-872D-4118-A4CD-173BA39AAEAD}">
      <dgm:prSet/>
      <dgm:spPr/>
      <dgm:t>
        <a:bodyPr/>
        <a:lstStyle/>
        <a:p>
          <a:endParaRPr lang="en-US"/>
        </a:p>
      </dgm:t>
    </dgm:pt>
    <dgm:pt modelId="{ACECF3F7-E7D2-4AD3-BB12-AD524AEF905F}">
      <dgm:prSet/>
      <dgm:spPr/>
      <dgm:t>
        <a:bodyPr/>
        <a:lstStyle/>
        <a:p>
          <a:r>
            <a:rPr lang="en-US" i="1"/>
            <a:t>■ </a:t>
          </a:r>
          <a:r>
            <a:rPr lang="en-US"/>
            <a:t>Ramos azuis indicam phishing, laranjas indicam legítimo — separação clara já nas primeiras 2-3 camadas da árvore.</a:t>
          </a:r>
        </a:p>
      </dgm:t>
    </dgm:pt>
    <dgm:pt modelId="{B94937FD-75CA-4831-BD8F-08DE3D728A2C}" type="parTrans" cxnId="{DABC1488-D967-4C2B-A0B0-E1EB25F35122}">
      <dgm:prSet/>
      <dgm:spPr/>
      <dgm:t>
        <a:bodyPr/>
        <a:lstStyle/>
        <a:p>
          <a:endParaRPr lang="en-US"/>
        </a:p>
      </dgm:t>
    </dgm:pt>
    <dgm:pt modelId="{66121CB4-E3FE-45D5-AD2A-418C9C057BF8}" type="sibTrans" cxnId="{DABC1488-D967-4C2B-A0B0-E1EB25F35122}">
      <dgm:prSet/>
      <dgm:spPr/>
      <dgm:t>
        <a:bodyPr/>
        <a:lstStyle/>
        <a:p>
          <a:endParaRPr lang="en-US"/>
        </a:p>
      </dgm:t>
    </dgm:pt>
    <dgm:pt modelId="{4DBA0E14-5076-4FCB-A5F5-DC452238D5BD}">
      <dgm:prSet/>
      <dgm:spPr/>
      <dgm:t>
        <a:bodyPr/>
        <a:lstStyle/>
        <a:p>
          <a:r>
            <a:rPr lang="en-US"/>
            <a:t>Fase 3 — Machine Learning (fase3.py)</a:t>
          </a:r>
        </a:p>
      </dgm:t>
    </dgm:pt>
    <dgm:pt modelId="{FC3AAECF-E91B-4C10-8DCA-833FE3D3A775}" type="parTrans" cxnId="{D71EC77C-FC27-4E07-A931-8C6076CBDE1F}">
      <dgm:prSet/>
      <dgm:spPr/>
      <dgm:t>
        <a:bodyPr/>
        <a:lstStyle/>
        <a:p>
          <a:endParaRPr lang="en-US"/>
        </a:p>
      </dgm:t>
    </dgm:pt>
    <dgm:pt modelId="{1475B963-0278-4D58-87EE-FFD5B3F7B694}" type="sibTrans" cxnId="{D71EC77C-FC27-4E07-A931-8C6076CBDE1F}">
      <dgm:prSet/>
      <dgm:spPr/>
      <dgm:t>
        <a:bodyPr/>
        <a:lstStyle/>
        <a:p>
          <a:endParaRPr lang="en-US"/>
        </a:p>
      </dgm:t>
    </dgm:pt>
    <dgm:pt modelId="{CF855A49-216B-47AA-A1A4-0DCFA4A85B35}" type="pres">
      <dgm:prSet presAssocID="{9B796F4D-B4C1-4E78-9A71-129014B5EC84}" presName="linear" presStyleCnt="0">
        <dgm:presLayoutVars>
          <dgm:animLvl val="lvl"/>
          <dgm:resizeHandles val="exact"/>
        </dgm:presLayoutVars>
      </dgm:prSet>
      <dgm:spPr/>
    </dgm:pt>
    <dgm:pt modelId="{5B31DA34-9644-4616-86FA-1C2063BD24BB}" type="pres">
      <dgm:prSet presAssocID="{FA44F60C-D45F-4988-8CAD-4BE501F170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A59318-730B-46DD-A8F0-B3B7B1C53BE3}" type="pres">
      <dgm:prSet presAssocID="{7982DF8E-0DA0-4E56-B0C2-2CB055B514F6}" presName="spacer" presStyleCnt="0"/>
      <dgm:spPr/>
    </dgm:pt>
    <dgm:pt modelId="{5C91F64A-E566-4331-9A15-57F26EF0E9CD}" type="pres">
      <dgm:prSet presAssocID="{A9543C14-1C26-4DBE-AA0E-AD4180A31CA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62C0811-C7DF-41B9-A64D-F4F17BD7CC79}" type="pres">
      <dgm:prSet presAssocID="{9E920D63-E3F7-41D9-A254-FB695A1B4C95}" presName="spacer" presStyleCnt="0"/>
      <dgm:spPr/>
    </dgm:pt>
    <dgm:pt modelId="{218A2306-9CFB-4F39-99A0-72C0F1FDC98A}" type="pres">
      <dgm:prSet presAssocID="{1603971B-FD4D-4291-AB64-BB31CC16455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892698E-7460-4D4E-985D-C2F34749D0A9}" type="pres">
      <dgm:prSet presAssocID="{37D064D0-88A1-4E29-8A68-8D75956E7DDD}" presName="spacer" presStyleCnt="0"/>
      <dgm:spPr/>
    </dgm:pt>
    <dgm:pt modelId="{496DEA9E-CAC5-496E-A88E-25360E16D38C}" type="pres">
      <dgm:prSet presAssocID="{ACECF3F7-E7D2-4AD3-BB12-AD524AEF905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B0D744-28F0-40F3-AF26-9D977E3E18E6}" type="pres">
      <dgm:prSet presAssocID="{66121CB4-E3FE-45D5-AD2A-418C9C057BF8}" presName="spacer" presStyleCnt="0"/>
      <dgm:spPr/>
    </dgm:pt>
    <dgm:pt modelId="{17A60DD2-56C8-45B6-B57B-2A5BFD0DB9C2}" type="pres">
      <dgm:prSet presAssocID="{4DBA0E14-5076-4FCB-A5F5-DC452238D5B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9C1570B-811A-4B8E-B11C-1DB2D90A53EE}" srcId="{9B796F4D-B4C1-4E78-9A71-129014B5EC84}" destId="{A9543C14-1C26-4DBE-AA0E-AD4180A31CA6}" srcOrd="1" destOrd="0" parTransId="{0A78B61B-81F3-4371-A99A-471C6CEE1502}" sibTransId="{9E920D63-E3F7-41D9-A254-FB695A1B4C95}"/>
    <dgm:cxn modelId="{D4808640-AC4F-4B14-8710-C01A24E675D7}" type="presOf" srcId="{FA44F60C-D45F-4988-8CAD-4BE501F17089}" destId="{5B31DA34-9644-4616-86FA-1C2063BD24BB}" srcOrd="0" destOrd="0" presId="urn:microsoft.com/office/officeart/2005/8/layout/vList2"/>
    <dgm:cxn modelId="{5D320C5C-37F3-4528-823A-FEF45267101E}" srcId="{9B796F4D-B4C1-4E78-9A71-129014B5EC84}" destId="{FA44F60C-D45F-4988-8CAD-4BE501F17089}" srcOrd="0" destOrd="0" parTransId="{1043963A-C749-4A67-8031-4E2CE84B75AA}" sibTransId="{7982DF8E-0DA0-4E56-B0C2-2CB055B514F6}"/>
    <dgm:cxn modelId="{9C10DA6B-2F17-4C4A-B7ED-9D7D95DEC3AF}" type="presOf" srcId="{A9543C14-1C26-4DBE-AA0E-AD4180A31CA6}" destId="{5C91F64A-E566-4331-9A15-57F26EF0E9CD}" srcOrd="0" destOrd="0" presId="urn:microsoft.com/office/officeart/2005/8/layout/vList2"/>
    <dgm:cxn modelId="{A6BE3754-1204-4200-956C-E4B011C97FBA}" type="presOf" srcId="{4DBA0E14-5076-4FCB-A5F5-DC452238D5BD}" destId="{17A60DD2-56C8-45B6-B57B-2A5BFD0DB9C2}" srcOrd="0" destOrd="0" presId="urn:microsoft.com/office/officeart/2005/8/layout/vList2"/>
    <dgm:cxn modelId="{D71EC77C-FC27-4E07-A931-8C6076CBDE1F}" srcId="{9B796F4D-B4C1-4E78-9A71-129014B5EC84}" destId="{4DBA0E14-5076-4FCB-A5F5-DC452238D5BD}" srcOrd="4" destOrd="0" parTransId="{FC3AAECF-E91B-4C10-8DCA-833FE3D3A775}" sibTransId="{1475B963-0278-4D58-87EE-FFD5B3F7B694}"/>
    <dgm:cxn modelId="{14E28885-4985-4306-8AD2-67A31A9625A3}" type="presOf" srcId="{1603971B-FD4D-4291-AB64-BB31CC164556}" destId="{218A2306-9CFB-4F39-99A0-72C0F1FDC98A}" srcOrd="0" destOrd="0" presId="urn:microsoft.com/office/officeart/2005/8/layout/vList2"/>
    <dgm:cxn modelId="{DABC1488-D967-4C2B-A0B0-E1EB25F35122}" srcId="{9B796F4D-B4C1-4E78-9A71-129014B5EC84}" destId="{ACECF3F7-E7D2-4AD3-BB12-AD524AEF905F}" srcOrd="3" destOrd="0" parTransId="{B94937FD-75CA-4831-BD8F-08DE3D728A2C}" sibTransId="{66121CB4-E3FE-45D5-AD2A-418C9C057BF8}"/>
    <dgm:cxn modelId="{522B45ED-872D-4118-A4CD-173BA39AAEAD}" srcId="{9B796F4D-B4C1-4E78-9A71-129014B5EC84}" destId="{1603971B-FD4D-4291-AB64-BB31CC164556}" srcOrd="2" destOrd="0" parTransId="{833C1BDE-6CE8-484D-8DCA-96FC4A762B05}" sibTransId="{37D064D0-88A1-4E29-8A68-8D75956E7DDD}"/>
    <dgm:cxn modelId="{0B0A60F0-24E6-4396-8889-B77CD64EB3ED}" type="presOf" srcId="{ACECF3F7-E7D2-4AD3-BB12-AD524AEF905F}" destId="{496DEA9E-CAC5-496E-A88E-25360E16D38C}" srcOrd="0" destOrd="0" presId="urn:microsoft.com/office/officeart/2005/8/layout/vList2"/>
    <dgm:cxn modelId="{7D643FF7-2305-4ED4-8B01-60260591FDBB}" type="presOf" srcId="{9B796F4D-B4C1-4E78-9A71-129014B5EC84}" destId="{CF855A49-216B-47AA-A1A4-0DCFA4A85B35}" srcOrd="0" destOrd="0" presId="urn:microsoft.com/office/officeart/2005/8/layout/vList2"/>
    <dgm:cxn modelId="{6DF560A4-3E5F-45DD-B158-C3E80B98846D}" type="presParOf" srcId="{CF855A49-216B-47AA-A1A4-0DCFA4A85B35}" destId="{5B31DA34-9644-4616-86FA-1C2063BD24BB}" srcOrd="0" destOrd="0" presId="urn:microsoft.com/office/officeart/2005/8/layout/vList2"/>
    <dgm:cxn modelId="{5948B075-6248-429F-8C5D-3A85A63D1131}" type="presParOf" srcId="{CF855A49-216B-47AA-A1A4-0DCFA4A85B35}" destId="{1DA59318-730B-46DD-A8F0-B3B7B1C53BE3}" srcOrd="1" destOrd="0" presId="urn:microsoft.com/office/officeart/2005/8/layout/vList2"/>
    <dgm:cxn modelId="{7FDE53D4-1BDF-4489-9569-526CFAE86647}" type="presParOf" srcId="{CF855A49-216B-47AA-A1A4-0DCFA4A85B35}" destId="{5C91F64A-E566-4331-9A15-57F26EF0E9CD}" srcOrd="2" destOrd="0" presId="urn:microsoft.com/office/officeart/2005/8/layout/vList2"/>
    <dgm:cxn modelId="{4D86DB7F-724C-4AC5-BB46-7E9218C33EAF}" type="presParOf" srcId="{CF855A49-216B-47AA-A1A4-0DCFA4A85B35}" destId="{A62C0811-C7DF-41B9-A64D-F4F17BD7CC79}" srcOrd="3" destOrd="0" presId="urn:microsoft.com/office/officeart/2005/8/layout/vList2"/>
    <dgm:cxn modelId="{3F46FD8E-7343-4825-A948-E5D4453DDB7E}" type="presParOf" srcId="{CF855A49-216B-47AA-A1A4-0DCFA4A85B35}" destId="{218A2306-9CFB-4F39-99A0-72C0F1FDC98A}" srcOrd="4" destOrd="0" presId="urn:microsoft.com/office/officeart/2005/8/layout/vList2"/>
    <dgm:cxn modelId="{BB27456E-191B-4A13-A366-A2345CB7E61F}" type="presParOf" srcId="{CF855A49-216B-47AA-A1A4-0DCFA4A85B35}" destId="{A892698E-7460-4D4E-985D-C2F34749D0A9}" srcOrd="5" destOrd="0" presId="urn:microsoft.com/office/officeart/2005/8/layout/vList2"/>
    <dgm:cxn modelId="{BC8E8DB5-B78E-4CC4-BA03-3C112B7F0D01}" type="presParOf" srcId="{CF855A49-216B-47AA-A1A4-0DCFA4A85B35}" destId="{496DEA9E-CAC5-496E-A88E-25360E16D38C}" srcOrd="6" destOrd="0" presId="urn:microsoft.com/office/officeart/2005/8/layout/vList2"/>
    <dgm:cxn modelId="{940A969D-2A01-434A-A398-C5FB0FED1896}" type="presParOf" srcId="{CF855A49-216B-47AA-A1A4-0DCFA4A85B35}" destId="{6EB0D744-28F0-40F3-AF26-9D977E3E18E6}" srcOrd="7" destOrd="0" presId="urn:microsoft.com/office/officeart/2005/8/layout/vList2"/>
    <dgm:cxn modelId="{4E76FE87-0049-4A00-8799-1D53326568D1}" type="presParOf" srcId="{CF855A49-216B-47AA-A1A4-0DCFA4A85B35}" destId="{17A60DD2-56C8-45B6-B57B-2A5BFD0DB9C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5E5C50B-096C-4ABF-869F-BD176E5ABF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9F42C6-2C79-40AC-97F2-CA548934F8D9}">
      <dgm:prSet/>
      <dgm:spPr/>
      <dgm:t>
        <a:bodyPr/>
        <a:lstStyle/>
        <a:p>
          <a:r>
            <a:rPr lang="en-US" b="0" i="1" baseline="0"/>
            <a:t>■ </a:t>
          </a:r>
          <a:r>
            <a:rPr lang="en-US"/>
            <a:t>Caso A (Legítimo): text_length=50.000, metadata_size=250, title_chars=35, file_size=800KB → todos os modelos classificaram corretamente como LEGÍTIMO.</a:t>
          </a:r>
        </a:p>
      </dgm:t>
    </dgm:pt>
    <dgm:pt modelId="{C51CE344-5CAC-456F-83F1-B3123ED5381B}" type="parTrans" cxnId="{ECADFC57-34F0-40D3-8F31-B9FE049C1C3B}">
      <dgm:prSet/>
      <dgm:spPr/>
      <dgm:t>
        <a:bodyPr/>
        <a:lstStyle/>
        <a:p>
          <a:endParaRPr lang="en-US"/>
        </a:p>
      </dgm:t>
    </dgm:pt>
    <dgm:pt modelId="{FF53D0F9-B3ED-456F-84BE-977673AB3813}" type="sibTrans" cxnId="{ECADFC57-34F0-40D3-8F31-B9FE049C1C3B}">
      <dgm:prSet/>
      <dgm:spPr/>
      <dgm:t>
        <a:bodyPr/>
        <a:lstStyle/>
        <a:p>
          <a:endParaRPr lang="en-US"/>
        </a:p>
      </dgm:t>
    </dgm:pt>
    <dgm:pt modelId="{05FE4974-3169-4C3D-A1C2-FF7E7C8328FF}">
      <dgm:prSet/>
      <dgm:spPr/>
      <dgm:t>
        <a:bodyPr/>
        <a:lstStyle/>
        <a:p>
          <a:r>
            <a:rPr lang="en-US" i="1"/>
            <a:t>■ </a:t>
          </a:r>
          <a:r>
            <a:rPr lang="en-US"/>
            <a:t>Caso B (Phishing): text_length=0, metadata_size=0, title_chars=0, file_size=15KB → todos os modelos classificaram corretamente como PHISHING.</a:t>
          </a:r>
        </a:p>
      </dgm:t>
    </dgm:pt>
    <dgm:pt modelId="{AA567E54-1F76-4A66-A1D7-B9ACB7C23568}" type="parTrans" cxnId="{1E455E2D-DE75-4B64-9763-3F3B25CEE95F}">
      <dgm:prSet/>
      <dgm:spPr/>
      <dgm:t>
        <a:bodyPr/>
        <a:lstStyle/>
        <a:p>
          <a:endParaRPr lang="en-US"/>
        </a:p>
      </dgm:t>
    </dgm:pt>
    <dgm:pt modelId="{BF937241-1188-4389-AE3B-73A4B1EC0A04}" type="sibTrans" cxnId="{1E455E2D-DE75-4B64-9763-3F3B25CEE95F}">
      <dgm:prSet/>
      <dgm:spPr/>
      <dgm:t>
        <a:bodyPr/>
        <a:lstStyle/>
        <a:p>
          <a:endParaRPr lang="en-US"/>
        </a:p>
      </dgm:t>
    </dgm:pt>
    <dgm:pt modelId="{B951CE4C-8D52-4669-9B60-B4CC854902B7}">
      <dgm:prSet/>
      <dgm:spPr/>
      <dgm:t>
        <a:bodyPr/>
        <a:lstStyle/>
        <a:p>
          <a:r>
            <a:rPr lang="en-US" i="1"/>
            <a:t>■ </a:t>
          </a:r>
          <a:r>
            <a:rPr lang="en-US"/>
            <a:t>Caso C (Ambíguo): valores intermédios → todos os modelos classificaram como LEGÍTIMO — consenso total mesmo em caso de fronteira.</a:t>
          </a:r>
        </a:p>
      </dgm:t>
    </dgm:pt>
    <dgm:pt modelId="{B8F72963-B0E1-4EE7-89A2-F373396A3904}" type="parTrans" cxnId="{A1A9C5BD-C8DF-4A2C-8555-DA33FE256E95}">
      <dgm:prSet/>
      <dgm:spPr/>
      <dgm:t>
        <a:bodyPr/>
        <a:lstStyle/>
        <a:p>
          <a:endParaRPr lang="en-US"/>
        </a:p>
      </dgm:t>
    </dgm:pt>
    <dgm:pt modelId="{98E50234-548A-47CF-B476-24D7E291EB6B}" type="sibTrans" cxnId="{A1A9C5BD-C8DF-4A2C-8555-DA33FE256E95}">
      <dgm:prSet/>
      <dgm:spPr/>
      <dgm:t>
        <a:bodyPr/>
        <a:lstStyle/>
        <a:p>
          <a:endParaRPr lang="en-US"/>
        </a:p>
      </dgm:t>
    </dgm:pt>
    <dgm:pt modelId="{070DA1C5-7032-421D-BD51-0BABC206258B}">
      <dgm:prSet/>
      <dgm:spPr/>
      <dgm:t>
        <a:bodyPr/>
        <a:lstStyle/>
        <a:p>
          <a:r>
            <a:rPr lang="en-US" i="1"/>
            <a:t>■ </a:t>
          </a:r>
          <a:r>
            <a:rPr lang="en-US"/>
            <a:t>Pipeline de simulação: valores reais → log1p → RobustScaler → predição. Reproduz exatamente o processo de treino.</a:t>
          </a:r>
        </a:p>
      </dgm:t>
    </dgm:pt>
    <dgm:pt modelId="{8C05119E-5BD3-4AD0-8E67-2687D3634F38}" type="parTrans" cxnId="{45602D6F-5EFB-487D-A7C8-BCE45A4D3DE5}">
      <dgm:prSet/>
      <dgm:spPr/>
      <dgm:t>
        <a:bodyPr/>
        <a:lstStyle/>
        <a:p>
          <a:endParaRPr lang="en-US"/>
        </a:p>
      </dgm:t>
    </dgm:pt>
    <dgm:pt modelId="{98D53D0E-6EAE-43D5-847A-30C836B1B676}" type="sibTrans" cxnId="{45602D6F-5EFB-487D-A7C8-BCE45A4D3DE5}">
      <dgm:prSet/>
      <dgm:spPr/>
      <dgm:t>
        <a:bodyPr/>
        <a:lstStyle/>
        <a:p>
          <a:endParaRPr lang="en-US"/>
        </a:p>
      </dgm:t>
    </dgm:pt>
    <dgm:pt modelId="{D4D57BE6-7E04-4F0C-ABED-70B02A77F2B5}">
      <dgm:prSet/>
      <dgm:spPr/>
      <dgm:t>
        <a:bodyPr/>
        <a:lstStyle/>
        <a:p>
          <a:r>
            <a:rPr lang="en-US"/>
            <a:t>Fase 4 — Simulação (fase4.py)</a:t>
          </a:r>
        </a:p>
      </dgm:t>
    </dgm:pt>
    <dgm:pt modelId="{F0B48716-354C-45F7-B548-C2E5F48F5DEF}" type="parTrans" cxnId="{D11AC852-95AF-45F6-800A-C5BDDDD8FE65}">
      <dgm:prSet/>
      <dgm:spPr/>
      <dgm:t>
        <a:bodyPr/>
        <a:lstStyle/>
        <a:p>
          <a:endParaRPr lang="en-US"/>
        </a:p>
      </dgm:t>
    </dgm:pt>
    <dgm:pt modelId="{9988C9F3-4460-4684-ABBA-CDBA09F5BB41}" type="sibTrans" cxnId="{D11AC852-95AF-45F6-800A-C5BDDDD8FE65}">
      <dgm:prSet/>
      <dgm:spPr/>
      <dgm:t>
        <a:bodyPr/>
        <a:lstStyle/>
        <a:p>
          <a:endParaRPr lang="en-US"/>
        </a:p>
      </dgm:t>
    </dgm:pt>
    <dgm:pt modelId="{CF2B6B18-1D84-4278-8AC0-83CF48C13884}" type="pres">
      <dgm:prSet presAssocID="{E5E5C50B-096C-4ABF-869F-BD176E5ABFC4}" presName="linear" presStyleCnt="0">
        <dgm:presLayoutVars>
          <dgm:animLvl val="lvl"/>
          <dgm:resizeHandles val="exact"/>
        </dgm:presLayoutVars>
      </dgm:prSet>
      <dgm:spPr/>
    </dgm:pt>
    <dgm:pt modelId="{EBB01EBE-4DDA-4888-85CC-21FB30C3984D}" type="pres">
      <dgm:prSet presAssocID="{F19F42C6-2C79-40AC-97F2-CA548934F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06EB4DE-CF77-4842-A6F0-D0BA75569F95}" type="pres">
      <dgm:prSet presAssocID="{FF53D0F9-B3ED-456F-84BE-977673AB3813}" presName="spacer" presStyleCnt="0"/>
      <dgm:spPr/>
    </dgm:pt>
    <dgm:pt modelId="{949498CA-DE5F-4D74-96A2-05E9D622CE5C}" type="pres">
      <dgm:prSet presAssocID="{05FE4974-3169-4C3D-A1C2-FF7E7C8328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96F8A1E-ABF1-4914-B7FE-7EC96AE15A00}" type="pres">
      <dgm:prSet presAssocID="{BF937241-1188-4389-AE3B-73A4B1EC0A04}" presName="spacer" presStyleCnt="0"/>
      <dgm:spPr/>
    </dgm:pt>
    <dgm:pt modelId="{624AEE8F-F98E-4E58-9490-678F47E81266}" type="pres">
      <dgm:prSet presAssocID="{B951CE4C-8D52-4669-9B60-B4CC854902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A88A59-FAE5-46EC-9577-569136C6B186}" type="pres">
      <dgm:prSet presAssocID="{98E50234-548A-47CF-B476-24D7E291EB6B}" presName="spacer" presStyleCnt="0"/>
      <dgm:spPr/>
    </dgm:pt>
    <dgm:pt modelId="{79DCB2DE-04D3-4F7F-A18D-5883C2C54B94}" type="pres">
      <dgm:prSet presAssocID="{070DA1C5-7032-421D-BD51-0BABC206258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38845A-D981-4042-8B5C-0EB42104CDE6}" type="pres">
      <dgm:prSet presAssocID="{98D53D0E-6EAE-43D5-847A-30C836B1B676}" presName="spacer" presStyleCnt="0"/>
      <dgm:spPr/>
    </dgm:pt>
    <dgm:pt modelId="{790243FA-9F43-464E-9986-2CA6F7754D58}" type="pres">
      <dgm:prSet presAssocID="{D4D57BE6-7E04-4F0C-ABED-70B02A77F2B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E455E2D-DE75-4B64-9763-3F3B25CEE95F}" srcId="{E5E5C50B-096C-4ABF-869F-BD176E5ABFC4}" destId="{05FE4974-3169-4C3D-A1C2-FF7E7C8328FF}" srcOrd="1" destOrd="0" parTransId="{AA567E54-1F76-4A66-A1D7-B9ACB7C23568}" sibTransId="{BF937241-1188-4389-AE3B-73A4B1EC0A04}"/>
    <dgm:cxn modelId="{DDDF834E-39E0-46B5-9185-0CC6B0E51116}" type="presOf" srcId="{05FE4974-3169-4C3D-A1C2-FF7E7C8328FF}" destId="{949498CA-DE5F-4D74-96A2-05E9D622CE5C}" srcOrd="0" destOrd="0" presId="urn:microsoft.com/office/officeart/2005/8/layout/vList2"/>
    <dgm:cxn modelId="{45602D6F-5EFB-487D-A7C8-BCE45A4D3DE5}" srcId="{E5E5C50B-096C-4ABF-869F-BD176E5ABFC4}" destId="{070DA1C5-7032-421D-BD51-0BABC206258B}" srcOrd="3" destOrd="0" parTransId="{8C05119E-5BD3-4AD0-8E67-2687D3634F38}" sibTransId="{98D53D0E-6EAE-43D5-847A-30C836B1B676}"/>
    <dgm:cxn modelId="{D11AC852-95AF-45F6-800A-C5BDDDD8FE65}" srcId="{E5E5C50B-096C-4ABF-869F-BD176E5ABFC4}" destId="{D4D57BE6-7E04-4F0C-ABED-70B02A77F2B5}" srcOrd="4" destOrd="0" parTransId="{F0B48716-354C-45F7-B548-C2E5F48F5DEF}" sibTransId="{9988C9F3-4460-4684-ABBA-CDBA09F5BB41}"/>
    <dgm:cxn modelId="{ECADFC57-34F0-40D3-8F31-B9FE049C1C3B}" srcId="{E5E5C50B-096C-4ABF-869F-BD176E5ABFC4}" destId="{F19F42C6-2C79-40AC-97F2-CA548934F8D9}" srcOrd="0" destOrd="0" parTransId="{C51CE344-5CAC-456F-83F1-B3123ED5381B}" sibTransId="{FF53D0F9-B3ED-456F-84BE-977673AB3813}"/>
    <dgm:cxn modelId="{38E66978-70BA-4CCA-8B77-B87A5CDD82D7}" type="presOf" srcId="{F19F42C6-2C79-40AC-97F2-CA548934F8D9}" destId="{EBB01EBE-4DDA-4888-85CC-21FB30C3984D}" srcOrd="0" destOrd="0" presId="urn:microsoft.com/office/officeart/2005/8/layout/vList2"/>
    <dgm:cxn modelId="{C6674198-D585-424C-AFF4-3B23FB0EA321}" type="presOf" srcId="{B951CE4C-8D52-4669-9B60-B4CC854902B7}" destId="{624AEE8F-F98E-4E58-9490-678F47E81266}" srcOrd="0" destOrd="0" presId="urn:microsoft.com/office/officeart/2005/8/layout/vList2"/>
    <dgm:cxn modelId="{045857A4-AFA7-4B21-B0F7-19B947EEF0B1}" type="presOf" srcId="{070DA1C5-7032-421D-BD51-0BABC206258B}" destId="{79DCB2DE-04D3-4F7F-A18D-5883C2C54B94}" srcOrd="0" destOrd="0" presId="urn:microsoft.com/office/officeart/2005/8/layout/vList2"/>
    <dgm:cxn modelId="{09B5DEAC-E53E-4DDF-ACA7-64BDEB1D61DB}" type="presOf" srcId="{D4D57BE6-7E04-4F0C-ABED-70B02A77F2B5}" destId="{790243FA-9F43-464E-9986-2CA6F7754D58}" srcOrd="0" destOrd="0" presId="urn:microsoft.com/office/officeart/2005/8/layout/vList2"/>
    <dgm:cxn modelId="{A1A9C5BD-C8DF-4A2C-8555-DA33FE256E95}" srcId="{E5E5C50B-096C-4ABF-869F-BD176E5ABFC4}" destId="{B951CE4C-8D52-4669-9B60-B4CC854902B7}" srcOrd="2" destOrd="0" parTransId="{B8F72963-B0E1-4EE7-89A2-F373396A3904}" sibTransId="{98E50234-548A-47CF-B476-24D7E291EB6B}"/>
    <dgm:cxn modelId="{1C547FCE-C822-41C5-A81F-6EAB42686ADA}" type="presOf" srcId="{E5E5C50B-096C-4ABF-869F-BD176E5ABFC4}" destId="{CF2B6B18-1D84-4278-8AC0-83CF48C13884}" srcOrd="0" destOrd="0" presId="urn:microsoft.com/office/officeart/2005/8/layout/vList2"/>
    <dgm:cxn modelId="{14358850-CE91-4F62-869E-C1A89C493AD9}" type="presParOf" srcId="{CF2B6B18-1D84-4278-8AC0-83CF48C13884}" destId="{EBB01EBE-4DDA-4888-85CC-21FB30C3984D}" srcOrd="0" destOrd="0" presId="urn:microsoft.com/office/officeart/2005/8/layout/vList2"/>
    <dgm:cxn modelId="{0FFA5081-E169-4955-9222-945C2CD03397}" type="presParOf" srcId="{CF2B6B18-1D84-4278-8AC0-83CF48C13884}" destId="{906EB4DE-CF77-4842-A6F0-D0BA75569F95}" srcOrd="1" destOrd="0" presId="urn:microsoft.com/office/officeart/2005/8/layout/vList2"/>
    <dgm:cxn modelId="{CECE1B93-E5CB-427C-9474-8BAD719B0A48}" type="presParOf" srcId="{CF2B6B18-1D84-4278-8AC0-83CF48C13884}" destId="{949498CA-DE5F-4D74-96A2-05E9D622CE5C}" srcOrd="2" destOrd="0" presId="urn:microsoft.com/office/officeart/2005/8/layout/vList2"/>
    <dgm:cxn modelId="{F5DD1CF8-4C4B-4EED-98C1-F659FFFE9F7D}" type="presParOf" srcId="{CF2B6B18-1D84-4278-8AC0-83CF48C13884}" destId="{F96F8A1E-ABF1-4914-B7FE-7EC96AE15A00}" srcOrd="3" destOrd="0" presId="urn:microsoft.com/office/officeart/2005/8/layout/vList2"/>
    <dgm:cxn modelId="{D2CE121B-A812-43AB-99A0-FE862CBBD9D9}" type="presParOf" srcId="{CF2B6B18-1D84-4278-8AC0-83CF48C13884}" destId="{624AEE8F-F98E-4E58-9490-678F47E81266}" srcOrd="4" destOrd="0" presId="urn:microsoft.com/office/officeart/2005/8/layout/vList2"/>
    <dgm:cxn modelId="{E6470CC1-3DA6-40BF-8E7A-47874081E750}" type="presParOf" srcId="{CF2B6B18-1D84-4278-8AC0-83CF48C13884}" destId="{B8A88A59-FAE5-46EC-9577-569136C6B186}" srcOrd="5" destOrd="0" presId="urn:microsoft.com/office/officeart/2005/8/layout/vList2"/>
    <dgm:cxn modelId="{D1D70067-77AE-4017-A92B-D6F251669D98}" type="presParOf" srcId="{CF2B6B18-1D84-4278-8AC0-83CF48C13884}" destId="{79DCB2DE-04D3-4F7F-A18D-5883C2C54B94}" srcOrd="6" destOrd="0" presId="urn:microsoft.com/office/officeart/2005/8/layout/vList2"/>
    <dgm:cxn modelId="{D9054250-F2E3-4750-8862-01AC7B6CE8DF}" type="presParOf" srcId="{CF2B6B18-1D84-4278-8AC0-83CF48C13884}" destId="{6838845A-D981-4042-8B5C-0EB42104CDE6}" srcOrd="7" destOrd="0" presId="urn:microsoft.com/office/officeart/2005/8/layout/vList2"/>
    <dgm:cxn modelId="{514247E2-5E6D-49E7-B4A2-737F2B183716}" type="presParOf" srcId="{CF2B6B18-1D84-4278-8AC0-83CF48C13884}" destId="{790243FA-9F43-464E-9986-2CA6F7754D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CD5157D-DEDE-477E-AE1B-1C29F812C9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5F6EFE-0D00-4059-B603-B5F5712E4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■ </a:t>
          </a:r>
          <a:r>
            <a:rPr lang="en-US"/>
            <a:t>O dataset CIC-Trap4Phish 2025 permitiu construir um pipeline completo de deteção de phishing em PDFs — da análise exploratória à simulação real.</a:t>
          </a:r>
        </a:p>
      </dgm:t>
    </dgm:pt>
    <dgm:pt modelId="{81935DAE-174E-4AC8-A2FF-E6155F779E71}" type="parTrans" cxnId="{DCCE6B63-5237-4507-8509-94891ADD01B6}">
      <dgm:prSet/>
      <dgm:spPr/>
      <dgm:t>
        <a:bodyPr/>
        <a:lstStyle/>
        <a:p>
          <a:endParaRPr lang="en-US"/>
        </a:p>
      </dgm:t>
    </dgm:pt>
    <dgm:pt modelId="{F7A767D3-FCC3-4CF9-92B5-1A48FB5DCFC3}" type="sibTrans" cxnId="{DCCE6B63-5237-4507-8509-94891ADD01B6}">
      <dgm:prSet/>
      <dgm:spPr/>
      <dgm:t>
        <a:bodyPr/>
        <a:lstStyle/>
        <a:p>
          <a:endParaRPr lang="en-US"/>
        </a:p>
      </dgm:t>
    </dgm:pt>
    <dgm:pt modelId="{751A4D56-5124-43D7-A5EA-186A41CBB0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 </a:t>
          </a:r>
          <a:r>
            <a:rPr lang="en-US"/>
            <a:t>O pré-processamento foi determinante: clipagem, log1p e RobustScaler eliminaram o impacto de outliers extremos e skewness severa.</a:t>
          </a:r>
        </a:p>
      </dgm:t>
    </dgm:pt>
    <dgm:pt modelId="{0DE74A81-67E6-45AE-979F-8A26ECAEA9B3}" type="parTrans" cxnId="{C3177247-ECDB-4050-815C-D9719B4F82CD}">
      <dgm:prSet/>
      <dgm:spPr/>
      <dgm:t>
        <a:bodyPr/>
        <a:lstStyle/>
        <a:p>
          <a:endParaRPr lang="en-US"/>
        </a:p>
      </dgm:t>
    </dgm:pt>
    <dgm:pt modelId="{2745BAA7-3573-4BC2-9AF4-069E7DAB3229}" type="sibTrans" cxnId="{C3177247-ECDB-4050-815C-D9719B4F82CD}">
      <dgm:prSet/>
      <dgm:spPr/>
      <dgm:t>
        <a:bodyPr/>
        <a:lstStyle/>
        <a:p>
          <a:endParaRPr lang="en-US"/>
        </a:p>
      </dgm:t>
    </dgm:pt>
    <dgm:pt modelId="{F99CD320-F21B-4ADD-A830-A6D8C2863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 </a:t>
          </a:r>
          <a:r>
            <a:rPr lang="en-US"/>
            <a:t>Random Forest destacou-se como melhor modelo: Accuracy 99,5%, AUC 0,999 — com apenas 19 erros em 4.000 amostras de teste.</a:t>
          </a:r>
        </a:p>
      </dgm:t>
    </dgm:pt>
    <dgm:pt modelId="{FC6AA8B9-2330-4D48-89AE-57E7F8620DA4}" type="parTrans" cxnId="{58DA8212-4F46-46AE-9DCD-B78E7D235D1F}">
      <dgm:prSet/>
      <dgm:spPr/>
      <dgm:t>
        <a:bodyPr/>
        <a:lstStyle/>
        <a:p>
          <a:endParaRPr lang="en-US"/>
        </a:p>
      </dgm:t>
    </dgm:pt>
    <dgm:pt modelId="{46DBAFEF-3399-4C31-B5BA-BE5B85983BAA}" type="sibTrans" cxnId="{58DA8212-4F46-46AE-9DCD-B78E7D235D1F}">
      <dgm:prSet/>
      <dgm:spPr/>
      <dgm:t>
        <a:bodyPr/>
        <a:lstStyle/>
        <a:p>
          <a:endParaRPr lang="en-US"/>
        </a:p>
      </dgm:t>
    </dgm:pt>
    <dgm:pt modelId="{432AEBF6-D4C4-404D-8677-6D26A95448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 </a:t>
          </a:r>
          <a:r>
            <a:rPr lang="en-US"/>
            <a:t>text_length revelou-se a feature mais discriminativa — PDFs de phishing tendem a ter conteúdo textual nulo ou mínimo.</a:t>
          </a:r>
        </a:p>
      </dgm:t>
    </dgm:pt>
    <dgm:pt modelId="{2C2E6121-25BF-427A-8583-925CD27A6331}" type="parTrans" cxnId="{3B08FC0C-D139-412C-A594-02E19F92BB65}">
      <dgm:prSet/>
      <dgm:spPr/>
      <dgm:t>
        <a:bodyPr/>
        <a:lstStyle/>
        <a:p>
          <a:endParaRPr lang="en-US"/>
        </a:p>
      </dgm:t>
    </dgm:pt>
    <dgm:pt modelId="{863BCEEA-1A88-45BC-AD7A-275571607B6E}" type="sibTrans" cxnId="{3B08FC0C-D139-412C-A594-02E19F92BB65}">
      <dgm:prSet/>
      <dgm:spPr/>
      <dgm:t>
        <a:bodyPr/>
        <a:lstStyle/>
        <a:p>
          <a:endParaRPr lang="en-US"/>
        </a:p>
      </dgm:t>
    </dgm:pt>
    <dgm:pt modelId="{37DB4183-2C0C-4F79-9923-6C852D5EDF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■ </a:t>
          </a:r>
          <a:r>
            <a:rPr lang="en-US"/>
            <a:t>A simulação com 3 casos reais confirmou a robustez do pipeline — todos os modelos concordaram nas classificações, incluindo o caso ambíguo.</a:t>
          </a:r>
        </a:p>
      </dgm:t>
    </dgm:pt>
    <dgm:pt modelId="{C73C2DFE-6743-4E12-98CB-416348B19D00}" type="parTrans" cxnId="{AB624567-2D25-4A13-8785-F3026E9C0FD7}">
      <dgm:prSet/>
      <dgm:spPr/>
      <dgm:t>
        <a:bodyPr/>
        <a:lstStyle/>
        <a:p>
          <a:endParaRPr lang="en-US"/>
        </a:p>
      </dgm:t>
    </dgm:pt>
    <dgm:pt modelId="{CBCB723F-41C5-4335-B30C-30BECD1B1BE4}" type="sibTrans" cxnId="{AB624567-2D25-4A13-8785-F3026E9C0FD7}">
      <dgm:prSet/>
      <dgm:spPr/>
      <dgm:t>
        <a:bodyPr/>
        <a:lstStyle/>
        <a:p>
          <a:endParaRPr lang="en-US"/>
        </a:p>
      </dgm:t>
    </dgm:pt>
    <dgm:pt modelId="{7B9FBFCC-79A2-4F74-8C59-A426E8B4CB3C}" type="pres">
      <dgm:prSet presAssocID="{BCD5157D-DEDE-477E-AE1B-1C29F812C967}" presName="root" presStyleCnt="0">
        <dgm:presLayoutVars>
          <dgm:dir/>
          <dgm:resizeHandles val="exact"/>
        </dgm:presLayoutVars>
      </dgm:prSet>
      <dgm:spPr/>
    </dgm:pt>
    <dgm:pt modelId="{B86E8A43-87B5-4901-BEB7-2155676555FA}" type="pres">
      <dgm:prSet presAssocID="{D55F6EFE-0D00-4059-B603-B5F5712E4EDA}" presName="compNode" presStyleCnt="0"/>
      <dgm:spPr/>
    </dgm:pt>
    <dgm:pt modelId="{7BB0B6FC-F15A-4838-9136-BC475C81F7F2}" type="pres">
      <dgm:prSet presAssocID="{D55F6EFE-0D00-4059-B603-B5F5712E4EDA}" presName="bgRect" presStyleLbl="bgShp" presStyleIdx="0" presStyleCnt="5"/>
      <dgm:spPr/>
    </dgm:pt>
    <dgm:pt modelId="{07FB689F-9CDD-4AB0-9D3F-EF8CB40D2FEE}" type="pres">
      <dgm:prSet presAssocID="{D55F6EFE-0D00-4059-B603-B5F5712E4ED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394684B1-D35F-470C-9A89-EEC126A63B9A}" type="pres">
      <dgm:prSet presAssocID="{D55F6EFE-0D00-4059-B603-B5F5712E4EDA}" presName="spaceRect" presStyleCnt="0"/>
      <dgm:spPr/>
    </dgm:pt>
    <dgm:pt modelId="{C0C8140A-7EFD-4E05-93BF-59B892A9C2B4}" type="pres">
      <dgm:prSet presAssocID="{D55F6EFE-0D00-4059-B603-B5F5712E4EDA}" presName="parTx" presStyleLbl="revTx" presStyleIdx="0" presStyleCnt="5">
        <dgm:presLayoutVars>
          <dgm:chMax val="0"/>
          <dgm:chPref val="0"/>
        </dgm:presLayoutVars>
      </dgm:prSet>
      <dgm:spPr/>
    </dgm:pt>
    <dgm:pt modelId="{AFDCEEA4-34DB-4313-9BF4-B31A24B3CE71}" type="pres">
      <dgm:prSet presAssocID="{F7A767D3-FCC3-4CF9-92B5-1A48FB5DCFC3}" presName="sibTrans" presStyleCnt="0"/>
      <dgm:spPr/>
    </dgm:pt>
    <dgm:pt modelId="{F3F37159-238F-463C-820B-D0F9D65005AB}" type="pres">
      <dgm:prSet presAssocID="{751A4D56-5124-43D7-A5EA-186A41CBB0FD}" presName="compNode" presStyleCnt="0"/>
      <dgm:spPr/>
    </dgm:pt>
    <dgm:pt modelId="{394AA375-2A68-4201-80BC-B9A7DE4E7152}" type="pres">
      <dgm:prSet presAssocID="{751A4D56-5124-43D7-A5EA-186A41CBB0FD}" presName="bgRect" presStyleLbl="bgShp" presStyleIdx="1" presStyleCnt="5"/>
      <dgm:spPr/>
    </dgm:pt>
    <dgm:pt modelId="{FD4BE8A4-9E1D-4189-87A3-CB10552614CA}" type="pres">
      <dgm:prSet presAssocID="{751A4D56-5124-43D7-A5EA-186A41CBB0F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695F3053-7BF8-442F-99EC-BAA8F0E61A4F}" type="pres">
      <dgm:prSet presAssocID="{751A4D56-5124-43D7-A5EA-186A41CBB0FD}" presName="spaceRect" presStyleCnt="0"/>
      <dgm:spPr/>
    </dgm:pt>
    <dgm:pt modelId="{DC44CC7D-8F49-4A2D-87CD-2913AF174525}" type="pres">
      <dgm:prSet presAssocID="{751A4D56-5124-43D7-A5EA-186A41CBB0FD}" presName="parTx" presStyleLbl="revTx" presStyleIdx="1" presStyleCnt="5">
        <dgm:presLayoutVars>
          <dgm:chMax val="0"/>
          <dgm:chPref val="0"/>
        </dgm:presLayoutVars>
      </dgm:prSet>
      <dgm:spPr/>
    </dgm:pt>
    <dgm:pt modelId="{C6CABA6A-764F-4B19-AD05-B431D320A727}" type="pres">
      <dgm:prSet presAssocID="{2745BAA7-3573-4BC2-9AF4-069E7DAB3229}" presName="sibTrans" presStyleCnt="0"/>
      <dgm:spPr/>
    </dgm:pt>
    <dgm:pt modelId="{CB716DA1-2B30-4244-9EB4-D913B047DD4D}" type="pres">
      <dgm:prSet presAssocID="{F99CD320-F21B-4ADD-A830-A6D8C28634F4}" presName="compNode" presStyleCnt="0"/>
      <dgm:spPr/>
    </dgm:pt>
    <dgm:pt modelId="{EAE512E3-CC95-43F5-B788-674D1DCC829D}" type="pres">
      <dgm:prSet presAssocID="{F99CD320-F21B-4ADD-A830-A6D8C28634F4}" presName="bgRect" presStyleLbl="bgShp" presStyleIdx="2" presStyleCnt="5"/>
      <dgm:spPr/>
    </dgm:pt>
    <dgm:pt modelId="{EEE744C0-CFA4-4471-A29F-AC4F5A5DFD3F}" type="pres">
      <dgm:prSet presAssocID="{F99CD320-F21B-4ADD-A830-A6D8C28634F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0E55E72E-C101-402E-A421-D6AA3487D765}" type="pres">
      <dgm:prSet presAssocID="{F99CD320-F21B-4ADD-A830-A6D8C28634F4}" presName="spaceRect" presStyleCnt="0"/>
      <dgm:spPr/>
    </dgm:pt>
    <dgm:pt modelId="{9FF2B548-2DF1-4457-935A-03975EE5BC79}" type="pres">
      <dgm:prSet presAssocID="{F99CD320-F21B-4ADD-A830-A6D8C28634F4}" presName="parTx" presStyleLbl="revTx" presStyleIdx="2" presStyleCnt="5">
        <dgm:presLayoutVars>
          <dgm:chMax val="0"/>
          <dgm:chPref val="0"/>
        </dgm:presLayoutVars>
      </dgm:prSet>
      <dgm:spPr/>
    </dgm:pt>
    <dgm:pt modelId="{47A1E869-0549-4B75-B011-0862BCEB05F4}" type="pres">
      <dgm:prSet presAssocID="{46DBAFEF-3399-4C31-B5BA-BE5B85983BAA}" presName="sibTrans" presStyleCnt="0"/>
      <dgm:spPr/>
    </dgm:pt>
    <dgm:pt modelId="{5800402D-7552-4C4B-BB3A-821547B0E7C0}" type="pres">
      <dgm:prSet presAssocID="{432AEBF6-D4C4-404D-8677-6D26A9544866}" presName="compNode" presStyleCnt="0"/>
      <dgm:spPr/>
    </dgm:pt>
    <dgm:pt modelId="{CE23509E-1EA1-4A48-95F1-113C9BAB36C9}" type="pres">
      <dgm:prSet presAssocID="{432AEBF6-D4C4-404D-8677-6D26A9544866}" presName="bgRect" presStyleLbl="bgShp" presStyleIdx="3" presStyleCnt="5"/>
      <dgm:spPr/>
    </dgm:pt>
    <dgm:pt modelId="{301ADEBC-D7CF-40FB-B4D9-7BEEE7BCC0FF}" type="pres">
      <dgm:prSet presAssocID="{432AEBF6-D4C4-404D-8677-6D26A954486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BEE2293F-8511-4E3F-92B9-F6E097B45D99}" type="pres">
      <dgm:prSet presAssocID="{432AEBF6-D4C4-404D-8677-6D26A9544866}" presName="spaceRect" presStyleCnt="0"/>
      <dgm:spPr/>
    </dgm:pt>
    <dgm:pt modelId="{7B1F4FB5-0D7F-46D9-BE50-874E26FDC4D3}" type="pres">
      <dgm:prSet presAssocID="{432AEBF6-D4C4-404D-8677-6D26A9544866}" presName="parTx" presStyleLbl="revTx" presStyleIdx="3" presStyleCnt="5">
        <dgm:presLayoutVars>
          <dgm:chMax val="0"/>
          <dgm:chPref val="0"/>
        </dgm:presLayoutVars>
      </dgm:prSet>
      <dgm:spPr/>
    </dgm:pt>
    <dgm:pt modelId="{5684DB8D-0497-4965-B5D1-ECA02DA66D3A}" type="pres">
      <dgm:prSet presAssocID="{863BCEEA-1A88-45BC-AD7A-275571607B6E}" presName="sibTrans" presStyleCnt="0"/>
      <dgm:spPr/>
    </dgm:pt>
    <dgm:pt modelId="{CF89A02E-FA34-4E45-8738-398A52965B49}" type="pres">
      <dgm:prSet presAssocID="{37DB4183-2C0C-4F79-9923-6C852D5EDF28}" presName="compNode" presStyleCnt="0"/>
      <dgm:spPr/>
    </dgm:pt>
    <dgm:pt modelId="{4993495B-056F-4E47-AF4C-E0DD5C330068}" type="pres">
      <dgm:prSet presAssocID="{37DB4183-2C0C-4F79-9923-6C852D5EDF28}" presName="bgRect" presStyleLbl="bgShp" presStyleIdx="4" presStyleCnt="5"/>
      <dgm:spPr/>
    </dgm:pt>
    <dgm:pt modelId="{579AA051-E5B0-48DA-A345-ED69CF91F47E}" type="pres">
      <dgm:prSet presAssocID="{37DB4183-2C0C-4F79-9923-6C852D5EDF2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EA417D2-EA6A-4691-8F4C-B195F16FA48A}" type="pres">
      <dgm:prSet presAssocID="{37DB4183-2C0C-4F79-9923-6C852D5EDF28}" presName="spaceRect" presStyleCnt="0"/>
      <dgm:spPr/>
    </dgm:pt>
    <dgm:pt modelId="{30CCD6A3-F6A9-42D7-BDA0-910E87CB3245}" type="pres">
      <dgm:prSet presAssocID="{37DB4183-2C0C-4F79-9923-6C852D5EDF2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B08FC0C-D139-412C-A594-02E19F92BB65}" srcId="{BCD5157D-DEDE-477E-AE1B-1C29F812C967}" destId="{432AEBF6-D4C4-404D-8677-6D26A9544866}" srcOrd="3" destOrd="0" parTransId="{2C2E6121-25BF-427A-8583-925CD27A6331}" sibTransId="{863BCEEA-1A88-45BC-AD7A-275571607B6E}"/>
    <dgm:cxn modelId="{58DA8212-4F46-46AE-9DCD-B78E7D235D1F}" srcId="{BCD5157D-DEDE-477E-AE1B-1C29F812C967}" destId="{F99CD320-F21B-4ADD-A830-A6D8C28634F4}" srcOrd="2" destOrd="0" parTransId="{FC6AA8B9-2330-4D48-89AE-57E7F8620DA4}" sibTransId="{46DBAFEF-3399-4C31-B5BA-BE5B85983BAA}"/>
    <dgm:cxn modelId="{1906D11E-E415-4CC4-A95B-1FFB5C6338FE}" type="presOf" srcId="{37DB4183-2C0C-4F79-9923-6C852D5EDF28}" destId="{30CCD6A3-F6A9-42D7-BDA0-910E87CB3245}" srcOrd="0" destOrd="0" presId="urn:microsoft.com/office/officeart/2018/2/layout/IconVerticalSolidList"/>
    <dgm:cxn modelId="{53108C3D-3F58-43F6-8A48-D3421B92C05D}" type="presOf" srcId="{D55F6EFE-0D00-4059-B603-B5F5712E4EDA}" destId="{C0C8140A-7EFD-4E05-93BF-59B892A9C2B4}" srcOrd="0" destOrd="0" presId="urn:microsoft.com/office/officeart/2018/2/layout/IconVerticalSolidList"/>
    <dgm:cxn modelId="{E9B08D61-87A8-4AF3-A2D3-E0D093A5871B}" type="presOf" srcId="{F99CD320-F21B-4ADD-A830-A6D8C28634F4}" destId="{9FF2B548-2DF1-4457-935A-03975EE5BC79}" srcOrd="0" destOrd="0" presId="urn:microsoft.com/office/officeart/2018/2/layout/IconVerticalSolidList"/>
    <dgm:cxn modelId="{DCCE6B63-5237-4507-8509-94891ADD01B6}" srcId="{BCD5157D-DEDE-477E-AE1B-1C29F812C967}" destId="{D55F6EFE-0D00-4059-B603-B5F5712E4EDA}" srcOrd="0" destOrd="0" parTransId="{81935DAE-174E-4AC8-A2FF-E6155F779E71}" sibTransId="{F7A767D3-FCC3-4CF9-92B5-1A48FB5DCFC3}"/>
    <dgm:cxn modelId="{AB624567-2D25-4A13-8785-F3026E9C0FD7}" srcId="{BCD5157D-DEDE-477E-AE1B-1C29F812C967}" destId="{37DB4183-2C0C-4F79-9923-6C852D5EDF28}" srcOrd="4" destOrd="0" parTransId="{C73C2DFE-6743-4E12-98CB-416348B19D00}" sibTransId="{CBCB723F-41C5-4335-B30C-30BECD1B1BE4}"/>
    <dgm:cxn modelId="{C3177247-ECDB-4050-815C-D9719B4F82CD}" srcId="{BCD5157D-DEDE-477E-AE1B-1C29F812C967}" destId="{751A4D56-5124-43D7-A5EA-186A41CBB0FD}" srcOrd="1" destOrd="0" parTransId="{0DE74A81-67E6-45AE-979F-8A26ECAEA9B3}" sibTransId="{2745BAA7-3573-4BC2-9AF4-069E7DAB3229}"/>
    <dgm:cxn modelId="{E1671772-6C89-430A-9338-F4AACB44221D}" type="presOf" srcId="{751A4D56-5124-43D7-A5EA-186A41CBB0FD}" destId="{DC44CC7D-8F49-4A2D-87CD-2913AF174525}" srcOrd="0" destOrd="0" presId="urn:microsoft.com/office/officeart/2018/2/layout/IconVerticalSolidList"/>
    <dgm:cxn modelId="{35D8BEA1-A01F-43ED-9B63-9ED65AB14C0D}" type="presOf" srcId="{432AEBF6-D4C4-404D-8677-6D26A9544866}" destId="{7B1F4FB5-0D7F-46D9-BE50-874E26FDC4D3}" srcOrd="0" destOrd="0" presId="urn:microsoft.com/office/officeart/2018/2/layout/IconVerticalSolidList"/>
    <dgm:cxn modelId="{9073FAF7-4A7D-4618-AC2F-0D225C7D5417}" type="presOf" srcId="{BCD5157D-DEDE-477E-AE1B-1C29F812C967}" destId="{7B9FBFCC-79A2-4F74-8C59-A426E8B4CB3C}" srcOrd="0" destOrd="0" presId="urn:microsoft.com/office/officeart/2018/2/layout/IconVerticalSolidList"/>
    <dgm:cxn modelId="{EE4B01FF-568E-4AC2-928A-FFDF79DD202F}" type="presParOf" srcId="{7B9FBFCC-79A2-4F74-8C59-A426E8B4CB3C}" destId="{B86E8A43-87B5-4901-BEB7-2155676555FA}" srcOrd="0" destOrd="0" presId="urn:microsoft.com/office/officeart/2018/2/layout/IconVerticalSolidList"/>
    <dgm:cxn modelId="{7CC61A53-DCC4-47E1-96DE-C602E6D71D7C}" type="presParOf" srcId="{B86E8A43-87B5-4901-BEB7-2155676555FA}" destId="{7BB0B6FC-F15A-4838-9136-BC475C81F7F2}" srcOrd="0" destOrd="0" presId="urn:microsoft.com/office/officeart/2018/2/layout/IconVerticalSolidList"/>
    <dgm:cxn modelId="{88B74671-9461-41D9-A32F-5BAF04983B0E}" type="presParOf" srcId="{B86E8A43-87B5-4901-BEB7-2155676555FA}" destId="{07FB689F-9CDD-4AB0-9D3F-EF8CB40D2FEE}" srcOrd="1" destOrd="0" presId="urn:microsoft.com/office/officeart/2018/2/layout/IconVerticalSolidList"/>
    <dgm:cxn modelId="{99E621C6-F5EE-4F03-8787-53394F73A0DC}" type="presParOf" srcId="{B86E8A43-87B5-4901-BEB7-2155676555FA}" destId="{394684B1-D35F-470C-9A89-EEC126A63B9A}" srcOrd="2" destOrd="0" presId="urn:microsoft.com/office/officeart/2018/2/layout/IconVerticalSolidList"/>
    <dgm:cxn modelId="{21679172-D193-4F4C-95AD-709626C6B39C}" type="presParOf" srcId="{B86E8A43-87B5-4901-BEB7-2155676555FA}" destId="{C0C8140A-7EFD-4E05-93BF-59B892A9C2B4}" srcOrd="3" destOrd="0" presId="urn:microsoft.com/office/officeart/2018/2/layout/IconVerticalSolidList"/>
    <dgm:cxn modelId="{34064D1C-2F0D-45A6-912E-22B4888B0826}" type="presParOf" srcId="{7B9FBFCC-79A2-4F74-8C59-A426E8B4CB3C}" destId="{AFDCEEA4-34DB-4313-9BF4-B31A24B3CE71}" srcOrd="1" destOrd="0" presId="urn:microsoft.com/office/officeart/2018/2/layout/IconVerticalSolidList"/>
    <dgm:cxn modelId="{BAAA0680-00F1-4730-8E3B-23A80D169869}" type="presParOf" srcId="{7B9FBFCC-79A2-4F74-8C59-A426E8B4CB3C}" destId="{F3F37159-238F-463C-820B-D0F9D65005AB}" srcOrd="2" destOrd="0" presId="urn:microsoft.com/office/officeart/2018/2/layout/IconVerticalSolidList"/>
    <dgm:cxn modelId="{230AE7F8-E9A1-401A-B7EE-237567E76A47}" type="presParOf" srcId="{F3F37159-238F-463C-820B-D0F9D65005AB}" destId="{394AA375-2A68-4201-80BC-B9A7DE4E7152}" srcOrd="0" destOrd="0" presId="urn:microsoft.com/office/officeart/2018/2/layout/IconVerticalSolidList"/>
    <dgm:cxn modelId="{8D15B37B-5658-4495-AAC3-EB601CD679A0}" type="presParOf" srcId="{F3F37159-238F-463C-820B-D0F9D65005AB}" destId="{FD4BE8A4-9E1D-4189-87A3-CB10552614CA}" srcOrd="1" destOrd="0" presId="urn:microsoft.com/office/officeart/2018/2/layout/IconVerticalSolidList"/>
    <dgm:cxn modelId="{65450E45-62F3-4615-A6AA-C8F211EB686E}" type="presParOf" srcId="{F3F37159-238F-463C-820B-D0F9D65005AB}" destId="{695F3053-7BF8-442F-99EC-BAA8F0E61A4F}" srcOrd="2" destOrd="0" presId="urn:microsoft.com/office/officeart/2018/2/layout/IconVerticalSolidList"/>
    <dgm:cxn modelId="{90466E9B-0418-4559-ADA6-3F6D1C18959C}" type="presParOf" srcId="{F3F37159-238F-463C-820B-D0F9D65005AB}" destId="{DC44CC7D-8F49-4A2D-87CD-2913AF174525}" srcOrd="3" destOrd="0" presId="urn:microsoft.com/office/officeart/2018/2/layout/IconVerticalSolidList"/>
    <dgm:cxn modelId="{8AA367B7-97D6-4D33-B027-1FE74C1444F9}" type="presParOf" srcId="{7B9FBFCC-79A2-4F74-8C59-A426E8B4CB3C}" destId="{C6CABA6A-764F-4B19-AD05-B431D320A727}" srcOrd="3" destOrd="0" presId="urn:microsoft.com/office/officeart/2018/2/layout/IconVerticalSolidList"/>
    <dgm:cxn modelId="{9D5E2A22-19BF-436A-BA5C-2877FCB2706A}" type="presParOf" srcId="{7B9FBFCC-79A2-4F74-8C59-A426E8B4CB3C}" destId="{CB716DA1-2B30-4244-9EB4-D913B047DD4D}" srcOrd="4" destOrd="0" presId="urn:microsoft.com/office/officeart/2018/2/layout/IconVerticalSolidList"/>
    <dgm:cxn modelId="{6AAA25BD-025A-4244-B5B5-AC51F9F638C6}" type="presParOf" srcId="{CB716DA1-2B30-4244-9EB4-D913B047DD4D}" destId="{EAE512E3-CC95-43F5-B788-674D1DCC829D}" srcOrd="0" destOrd="0" presId="urn:microsoft.com/office/officeart/2018/2/layout/IconVerticalSolidList"/>
    <dgm:cxn modelId="{ED475F06-B674-4814-B158-7237706E9CB9}" type="presParOf" srcId="{CB716DA1-2B30-4244-9EB4-D913B047DD4D}" destId="{EEE744C0-CFA4-4471-A29F-AC4F5A5DFD3F}" srcOrd="1" destOrd="0" presId="urn:microsoft.com/office/officeart/2018/2/layout/IconVerticalSolidList"/>
    <dgm:cxn modelId="{F12424C9-E38C-41C9-9492-40E79982D4DD}" type="presParOf" srcId="{CB716DA1-2B30-4244-9EB4-D913B047DD4D}" destId="{0E55E72E-C101-402E-A421-D6AA3487D765}" srcOrd="2" destOrd="0" presId="urn:microsoft.com/office/officeart/2018/2/layout/IconVerticalSolidList"/>
    <dgm:cxn modelId="{7F54FB9F-8A5D-4935-A463-ED664CD5F31D}" type="presParOf" srcId="{CB716DA1-2B30-4244-9EB4-D913B047DD4D}" destId="{9FF2B548-2DF1-4457-935A-03975EE5BC79}" srcOrd="3" destOrd="0" presId="urn:microsoft.com/office/officeart/2018/2/layout/IconVerticalSolidList"/>
    <dgm:cxn modelId="{C5CE867E-47E4-4B36-A733-76931FD45F09}" type="presParOf" srcId="{7B9FBFCC-79A2-4F74-8C59-A426E8B4CB3C}" destId="{47A1E869-0549-4B75-B011-0862BCEB05F4}" srcOrd="5" destOrd="0" presId="urn:microsoft.com/office/officeart/2018/2/layout/IconVerticalSolidList"/>
    <dgm:cxn modelId="{7B8BBEC0-7932-4CCF-9C26-593805989DCA}" type="presParOf" srcId="{7B9FBFCC-79A2-4F74-8C59-A426E8B4CB3C}" destId="{5800402D-7552-4C4B-BB3A-821547B0E7C0}" srcOrd="6" destOrd="0" presId="urn:microsoft.com/office/officeart/2018/2/layout/IconVerticalSolidList"/>
    <dgm:cxn modelId="{904EE70A-50AC-4C37-85A3-2F270DAC289C}" type="presParOf" srcId="{5800402D-7552-4C4B-BB3A-821547B0E7C0}" destId="{CE23509E-1EA1-4A48-95F1-113C9BAB36C9}" srcOrd="0" destOrd="0" presId="urn:microsoft.com/office/officeart/2018/2/layout/IconVerticalSolidList"/>
    <dgm:cxn modelId="{4BED7168-6747-4037-9B7E-7B9757C92C9D}" type="presParOf" srcId="{5800402D-7552-4C4B-BB3A-821547B0E7C0}" destId="{301ADEBC-D7CF-40FB-B4D9-7BEEE7BCC0FF}" srcOrd="1" destOrd="0" presId="urn:microsoft.com/office/officeart/2018/2/layout/IconVerticalSolidList"/>
    <dgm:cxn modelId="{C95E9098-1F9E-4208-ADC2-22EDBE41B729}" type="presParOf" srcId="{5800402D-7552-4C4B-BB3A-821547B0E7C0}" destId="{BEE2293F-8511-4E3F-92B9-F6E097B45D99}" srcOrd="2" destOrd="0" presId="urn:microsoft.com/office/officeart/2018/2/layout/IconVerticalSolidList"/>
    <dgm:cxn modelId="{D5A8358A-2488-4853-9060-14BFD8B5EDB0}" type="presParOf" srcId="{5800402D-7552-4C4B-BB3A-821547B0E7C0}" destId="{7B1F4FB5-0D7F-46D9-BE50-874E26FDC4D3}" srcOrd="3" destOrd="0" presId="urn:microsoft.com/office/officeart/2018/2/layout/IconVerticalSolidList"/>
    <dgm:cxn modelId="{2F99465A-8535-4DCF-921A-70379A04CB5E}" type="presParOf" srcId="{7B9FBFCC-79A2-4F74-8C59-A426E8B4CB3C}" destId="{5684DB8D-0497-4965-B5D1-ECA02DA66D3A}" srcOrd="7" destOrd="0" presId="urn:microsoft.com/office/officeart/2018/2/layout/IconVerticalSolidList"/>
    <dgm:cxn modelId="{CB5F9049-781B-4614-A0EF-A4648F42105F}" type="presParOf" srcId="{7B9FBFCC-79A2-4F74-8C59-A426E8B4CB3C}" destId="{CF89A02E-FA34-4E45-8738-398A52965B49}" srcOrd="8" destOrd="0" presId="urn:microsoft.com/office/officeart/2018/2/layout/IconVerticalSolidList"/>
    <dgm:cxn modelId="{A56F7BA5-5769-46C7-B987-8CBD221D8554}" type="presParOf" srcId="{CF89A02E-FA34-4E45-8738-398A52965B49}" destId="{4993495B-056F-4E47-AF4C-E0DD5C330068}" srcOrd="0" destOrd="0" presId="urn:microsoft.com/office/officeart/2018/2/layout/IconVerticalSolidList"/>
    <dgm:cxn modelId="{BEFD3C80-EE76-4C79-895E-0F23070426D7}" type="presParOf" srcId="{CF89A02E-FA34-4E45-8738-398A52965B49}" destId="{579AA051-E5B0-48DA-A345-ED69CF91F47E}" srcOrd="1" destOrd="0" presId="urn:microsoft.com/office/officeart/2018/2/layout/IconVerticalSolidList"/>
    <dgm:cxn modelId="{1A6B032C-1E78-4D08-ABDF-5A450E4DD8B3}" type="presParOf" srcId="{CF89A02E-FA34-4E45-8738-398A52965B49}" destId="{CEA417D2-EA6A-4691-8F4C-B195F16FA48A}" srcOrd="2" destOrd="0" presId="urn:microsoft.com/office/officeart/2018/2/layout/IconVerticalSolidList"/>
    <dgm:cxn modelId="{A76D9B1D-EB34-4D47-B6B7-B800F85F4640}" type="presParOf" srcId="{CF89A02E-FA34-4E45-8738-398A52965B49}" destId="{30CCD6A3-F6A9-42D7-BDA0-910E87CB32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7DD57-FA90-44FA-83D3-712420CF1BC9}">
      <dsp:nvSpPr>
        <dsp:cNvPr id="0" name=""/>
        <dsp:cNvSpPr/>
      </dsp:nvSpPr>
      <dsp:spPr>
        <a:xfrm>
          <a:off x="0" y="682155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kern="1200"/>
            <a:t>1. </a:t>
          </a:r>
          <a:r>
            <a:rPr lang="pt-PT" sz="1500" b="1" kern="1200"/>
            <a:t>Introduction and Objectives</a:t>
          </a:r>
          <a:r>
            <a:rPr lang="pt-PT" sz="1500" kern="1200"/>
            <a:t> — dataset CIC-Trap4Phish 2025, objetivo de detetar PDFs de phishing</a:t>
          </a:r>
          <a:endParaRPr lang="en-US" sz="1500" kern="1200"/>
        </a:p>
      </dsp:txBody>
      <dsp:txXfrm>
        <a:off x="17563" y="699718"/>
        <a:ext cx="8194474" cy="324648"/>
      </dsp:txXfrm>
    </dsp:sp>
    <dsp:sp modelId="{80D2C0F7-F32A-469B-B495-A1D021301646}">
      <dsp:nvSpPr>
        <dsp:cNvPr id="0" name=""/>
        <dsp:cNvSpPr/>
      </dsp:nvSpPr>
      <dsp:spPr>
        <a:xfrm>
          <a:off x="0" y="1085130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2. </a:t>
          </a:r>
          <a:r>
            <a:rPr lang="en-US" sz="1500" b="1" kern="1200"/>
            <a:t>Theoretical Concepts and Tools</a:t>
          </a:r>
          <a:r>
            <a:rPr lang="en-US" sz="1500" kern="1200"/>
            <a:t> — Python, scikit-learn, SMOTE, KMeans, PCA, modelos ML</a:t>
          </a:r>
        </a:p>
      </dsp:txBody>
      <dsp:txXfrm>
        <a:off x="17563" y="1102693"/>
        <a:ext cx="8194474" cy="324648"/>
      </dsp:txXfrm>
    </dsp:sp>
    <dsp:sp modelId="{BA69B1E8-619F-40CB-AAFA-3BA469F670CA}">
      <dsp:nvSpPr>
        <dsp:cNvPr id="0" name=""/>
        <dsp:cNvSpPr/>
      </dsp:nvSpPr>
      <dsp:spPr>
        <a:xfrm>
          <a:off x="0" y="1488105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3. Case Study</a:t>
          </a:r>
        </a:p>
      </dsp:txBody>
      <dsp:txXfrm>
        <a:off x="17563" y="1505668"/>
        <a:ext cx="8194474" cy="324648"/>
      </dsp:txXfrm>
    </dsp:sp>
    <dsp:sp modelId="{7560A680-DCF4-46C9-B615-FDD269074107}">
      <dsp:nvSpPr>
        <dsp:cNvPr id="0" name=""/>
        <dsp:cNvSpPr/>
      </dsp:nvSpPr>
      <dsp:spPr>
        <a:xfrm>
          <a:off x="0" y="1847880"/>
          <a:ext cx="8229600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3.1. Problem Definition — classificação binária, 19.296 amostras, 10 features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200" kern="1200"/>
            <a:t>3.2. Exploratory Data Analysis — Fase 1 (heatmap, boxplots, clustering)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200" kern="1200"/>
            <a:t>3.3. Data Processing — Fase 2 (clipagem, log1p, RobustScaler)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200" kern="1200"/>
            <a:t>3.4. Feature Engineering — seleção ANOVA + RF, 6 top features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200" kern="1200"/>
            <a:t>3.5. Machine Learning Phase — 7 modelos treinados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1200" kern="1200"/>
            <a:t>3.6. Model Evaluation — tabela de métricas, curvas ROC, matrizes de confusão</a:t>
          </a:r>
          <a:endParaRPr lang="en-US" sz="1200" kern="1200"/>
        </a:p>
      </dsp:txBody>
      <dsp:txXfrm>
        <a:off x="0" y="1847880"/>
        <a:ext cx="8229600" cy="1242000"/>
      </dsp:txXfrm>
    </dsp:sp>
    <dsp:sp modelId="{EAF51DFD-46D0-4C3A-92B5-82ACEE5160A5}">
      <dsp:nvSpPr>
        <dsp:cNvPr id="0" name=""/>
        <dsp:cNvSpPr/>
      </dsp:nvSpPr>
      <dsp:spPr>
        <a:xfrm>
          <a:off x="0" y="3089880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4. </a:t>
          </a:r>
          <a:r>
            <a:rPr lang="en-US" sz="1500" b="1" kern="1200"/>
            <a:t>Results / Model Usage</a:t>
          </a:r>
          <a:r>
            <a:rPr lang="en-US" sz="1500" kern="1200"/>
            <a:t> </a:t>
          </a:r>
        </a:p>
      </dsp:txBody>
      <dsp:txXfrm>
        <a:off x="17563" y="3107443"/>
        <a:ext cx="8194474" cy="324648"/>
      </dsp:txXfrm>
    </dsp:sp>
    <dsp:sp modelId="{791ACD1F-138D-4442-9FD5-F45F883DA2CD}">
      <dsp:nvSpPr>
        <dsp:cNvPr id="0" name=""/>
        <dsp:cNvSpPr/>
      </dsp:nvSpPr>
      <dsp:spPr>
        <a:xfrm>
          <a:off x="0" y="3492855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4.1 Fase 4, heatmap de simulação</a:t>
          </a:r>
        </a:p>
      </dsp:txBody>
      <dsp:txXfrm>
        <a:off x="17563" y="3510418"/>
        <a:ext cx="8194474" cy="324648"/>
      </dsp:txXfrm>
    </dsp:sp>
    <dsp:sp modelId="{B4B3F89E-A60D-4988-9A95-4EBD74FFF27A}">
      <dsp:nvSpPr>
        <dsp:cNvPr id="0" name=""/>
        <dsp:cNvSpPr/>
      </dsp:nvSpPr>
      <dsp:spPr>
        <a:xfrm>
          <a:off x="0" y="3895830"/>
          <a:ext cx="822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5. </a:t>
          </a:r>
          <a:r>
            <a:rPr lang="en-US" sz="1500" b="1" kern="1200"/>
            <a:t>Conclusions</a:t>
          </a:r>
          <a:r>
            <a:rPr lang="en-US" sz="1500" kern="1200"/>
            <a:t> — RF melhor modelo (99.5%), features mais discriminativas, trabalho futuro</a:t>
          </a:r>
        </a:p>
      </dsp:txBody>
      <dsp:txXfrm>
        <a:off x="17563" y="3913393"/>
        <a:ext cx="8194474" cy="324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BF94B-11F4-4791-9175-13500F4DCD2F}">
      <dsp:nvSpPr>
        <dsp:cNvPr id="0" name=""/>
        <dsp:cNvSpPr/>
      </dsp:nvSpPr>
      <dsp:spPr>
        <a:xfrm>
          <a:off x="0" y="466"/>
          <a:ext cx="8179949" cy="10909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EE4C33-B7FA-4475-90AB-D4779EDC0766}">
      <dsp:nvSpPr>
        <dsp:cNvPr id="0" name=""/>
        <dsp:cNvSpPr/>
      </dsp:nvSpPr>
      <dsp:spPr>
        <a:xfrm>
          <a:off x="330007" y="245926"/>
          <a:ext cx="600012" cy="600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D9549-A74B-4276-A7E2-09ED076089EC}">
      <dsp:nvSpPr>
        <dsp:cNvPr id="0" name=""/>
        <dsp:cNvSpPr/>
      </dsp:nvSpPr>
      <dsp:spPr>
        <a:xfrm>
          <a:off x="1260026" y="466"/>
          <a:ext cx="6919922" cy="109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57" tIns="115457" rIns="115457" bIns="1154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 </a:t>
          </a:r>
          <a:r>
            <a:rPr lang="en-US" sz="1600" kern="1200"/>
            <a:t>Este trabalho aplica técnicas de Ciência de Dados e MachineLearning para detetar ficheiros PDF de phishing, utilizando odataset CIC-Trap4Phish 2025, composto por 19.296 amostras e10 features estruturais de ficheiros PDF.</a:t>
          </a:r>
        </a:p>
      </dsp:txBody>
      <dsp:txXfrm>
        <a:off x="1260026" y="466"/>
        <a:ext cx="6919922" cy="1090932"/>
      </dsp:txXfrm>
    </dsp:sp>
    <dsp:sp modelId="{99BBB428-DDDD-4BD1-905D-B9B2E5BD9B82}">
      <dsp:nvSpPr>
        <dsp:cNvPr id="0" name=""/>
        <dsp:cNvSpPr/>
      </dsp:nvSpPr>
      <dsp:spPr>
        <a:xfrm>
          <a:off x="0" y="1364131"/>
          <a:ext cx="8179949" cy="10909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09399-AA3E-4FA7-B998-16C1B20C7DBF}">
      <dsp:nvSpPr>
        <dsp:cNvPr id="0" name=""/>
        <dsp:cNvSpPr/>
      </dsp:nvSpPr>
      <dsp:spPr>
        <a:xfrm>
          <a:off x="330007" y="1609591"/>
          <a:ext cx="600012" cy="600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3DD67-BC05-460D-A396-547CB3E347B2}">
      <dsp:nvSpPr>
        <dsp:cNvPr id="0" name=""/>
        <dsp:cNvSpPr/>
      </dsp:nvSpPr>
      <dsp:spPr>
        <a:xfrm>
          <a:off x="1260026" y="1364131"/>
          <a:ext cx="6919922" cy="109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57" tIns="115457" rIns="115457" bIns="1154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 </a:t>
          </a:r>
          <a:r>
            <a:rPr lang="en-US" sz="1600" kern="1200"/>
            <a:t>Objetivo: construir e avaliar modelos de classificação capazes de distinguir PDFs legítimos de PDFs de phishing, com base em características como tamanho do ficheiro, comprimento do texto, entropia dos streams e metadados.</a:t>
          </a:r>
        </a:p>
      </dsp:txBody>
      <dsp:txXfrm>
        <a:off x="1260026" y="1364131"/>
        <a:ext cx="6919922" cy="1090932"/>
      </dsp:txXfrm>
    </dsp:sp>
    <dsp:sp modelId="{B0A995DA-C4CC-429E-A62D-78C396922E64}">
      <dsp:nvSpPr>
        <dsp:cNvPr id="0" name=""/>
        <dsp:cNvSpPr/>
      </dsp:nvSpPr>
      <dsp:spPr>
        <a:xfrm>
          <a:off x="0" y="2727797"/>
          <a:ext cx="8179949" cy="10909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6B9EF-77F5-41B4-964C-CAE9D82406D7}">
      <dsp:nvSpPr>
        <dsp:cNvPr id="0" name=""/>
        <dsp:cNvSpPr/>
      </dsp:nvSpPr>
      <dsp:spPr>
        <a:xfrm>
          <a:off x="330007" y="2973257"/>
          <a:ext cx="600012" cy="600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81DD8-DA01-4496-BD6C-8F99A655EC8C}">
      <dsp:nvSpPr>
        <dsp:cNvPr id="0" name=""/>
        <dsp:cNvSpPr/>
      </dsp:nvSpPr>
      <dsp:spPr>
        <a:xfrm>
          <a:off x="1260026" y="2727797"/>
          <a:ext cx="6919922" cy="1090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457" tIns="115457" rIns="115457" bIns="115457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Dataset: CIC-Trap4Phish 2025 — https://www.unb.ca/cic/datasets/trap4phish-2025.html</a:t>
          </a:r>
        </a:p>
      </dsp:txBody>
      <dsp:txXfrm>
        <a:off x="1260026" y="2727797"/>
        <a:ext cx="6919922" cy="1090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36189-3B6E-4CC3-8F91-DFE47BC67263}">
      <dsp:nvSpPr>
        <dsp:cNvPr id="0" name=""/>
        <dsp:cNvSpPr/>
      </dsp:nvSpPr>
      <dsp:spPr>
        <a:xfrm>
          <a:off x="0" y="784510"/>
          <a:ext cx="8160243" cy="1448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88DA7-EE45-4204-AAD0-5585B09840BB}">
      <dsp:nvSpPr>
        <dsp:cNvPr id="0" name=""/>
        <dsp:cNvSpPr/>
      </dsp:nvSpPr>
      <dsp:spPr>
        <a:xfrm>
          <a:off x="438118" y="1110383"/>
          <a:ext cx="796579" cy="7965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42750-882E-4DDF-BB1C-2C52CBC19C63}">
      <dsp:nvSpPr>
        <dsp:cNvPr id="0" name=""/>
        <dsp:cNvSpPr/>
      </dsp:nvSpPr>
      <dsp:spPr>
        <a:xfrm>
          <a:off x="1672816" y="784510"/>
          <a:ext cx="6487426" cy="1448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81" tIns="153281" rIns="153281" bIns="153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baseline="0"/>
            <a:t>■</a:t>
          </a:r>
          <a:r>
            <a:rPr lang="en-US" sz="1800" i="1" kern="1200"/>
            <a:t> </a:t>
          </a:r>
          <a:r>
            <a:rPr lang="en-US" sz="1800" kern="1200"/>
            <a:t>Linguagem de programação: Python 3. Bibliotecas utilizadas: Pandas e NumPy (manipulação de dados), Matplotlib e Seaborn (visualização), Scikit-learn (modelos ML, normalização, seleção de features), Imbalanced-learn (SMOTE).</a:t>
          </a:r>
        </a:p>
      </dsp:txBody>
      <dsp:txXfrm>
        <a:off x="1672816" y="784510"/>
        <a:ext cx="6487426" cy="1448326"/>
      </dsp:txXfrm>
    </dsp:sp>
    <dsp:sp modelId="{87C6080D-5A9E-4293-9217-E99A8470F509}">
      <dsp:nvSpPr>
        <dsp:cNvPr id="0" name=""/>
        <dsp:cNvSpPr/>
      </dsp:nvSpPr>
      <dsp:spPr>
        <a:xfrm>
          <a:off x="0" y="2594917"/>
          <a:ext cx="8160243" cy="144832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740C3-B7A4-4CD8-801F-89DB55E50DA0}">
      <dsp:nvSpPr>
        <dsp:cNvPr id="0" name=""/>
        <dsp:cNvSpPr/>
      </dsp:nvSpPr>
      <dsp:spPr>
        <a:xfrm>
          <a:off x="438118" y="2920791"/>
          <a:ext cx="796579" cy="7965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ABCFB-36B7-4869-AC31-43DFF54C4A33}">
      <dsp:nvSpPr>
        <dsp:cNvPr id="0" name=""/>
        <dsp:cNvSpPr/>
      </dsp:nvSpPr>
      <dsp:spPr>
        <a:xfrm>
          <a:off x="1672816" y="2594917"/>
          <a:ext cx="6487426" cy="1448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281" tIns="153281" rIns="153281" bIns="15328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■ </a:t>
          </a:r>
          <a:r>
            <a:rPr lang="en-US" sz="1800" kern="1200"/>
            <a:t>Algoritmos aplicados: K-Nearest Neighbors, Regressão Logística, Árvore de Decisão, Random Forest, SVM, Naive Bayes e Regressão Linear. Técnicas de pré-processamento: clipagem IQR×3, transformação log1p, RobustScaler e balanceamento SMOTE.  </a:t>
          </a:r>
        </a:p>
      </dsp:txBody>
      <dsp:txXfrm>
        <a:off x="1672816" y="2594917"/>
        <a:ext cx="6487426" cy="14483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6AB7F-868E-4073-8944-F1ACDB31956D}">
      <dsp:nvSpPr>
        <dsp:cNvPr id="0" name=""/>
        <dsp:cNvSpPr/>
      </dsp:nvSpPr>
      <dsp:spPr>
        <a:xfrm>
          <a:off x="0" y="621247"/>
          <a:ext cx="8386872" cy="1377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D8A3-DF95-426F-B637-28460ECD0AA4}">
      <dsp:nvSpPr>
        <dsp:cNvPr id="0" name=""/>
        <dsp:cNvSpPr/>
      </dsp:nvSpPr>
      <dsp:spPr>
        <a:xfrm>
          <a:off x="416708" y="931196"/>
          <a:ext cx="757652" cy="7576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1CA7B-E140-4B20-9BBB-C2E7C5991EC1}">
      <dsp:nvSpPr>
        <dsp:cNvPr id="0" name=""/>
        <dsp:cNvSpPr/>
      </dsp:nvSpPr>
      <dsp:spPr>
        <a:xfrm>
          <a:off x="1591069" y="621247"/>
          <a:ext cx="6795802" cy="1377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791" tIns="145791" rIns="145791" bIns="14579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1" kern="1200" baseline="0" dirty="0"/>
            <a:t>■</a:t>
          </a:r>
          <a:r>
            <a:rPr lang="en-US" sz="1400" i="1" kern="1200" dirty="0"/>
            <a:t> </a:t>
          </a:r>
          <a:r>
            <a:rPr lang="en-US" sz="1400" kern="1200" dirty="0" err="1"/>
            <a:t>Problema</a:t>
          </a:r>
          <a:r>
            <a:rPr lang="en-US" sz="1400" kern="1200" dirty="0"/>
            <a:t>: </a:t>
          </a:r>
          <a:r>
            <a:rPr lang="en-US" sz="1400" kern="1200" dirty="0" err="1"/>
            <a:t>classificação</a:t>
          </a:r>
          <a:r>
            <a:rPr lang="en-US" sz="1400" kern="1200" dirty="0"/>
            <a:t> </a:t>
          </a:r>
          <a:r>
            <a:rPr lang="en-US" sz="1400" kern="1200" dirty="0" err="1"/>
            <a:t>binária</a:t>
          </a:r>
          <a:r>
            <a:rPr lang="en-US" sz="1400" kern="1200" dirty="0"/>
            <a:t> de </a:t>
          </a:r>
          <a:r>
            <a:rPr lang="en-US" sz="1400" kern="1200" dirty="0" err="1"/>
            <a:t>ficheiros</a:t>
          </a:r>
          <a:r>
            <a:rPr lang="en-US" sz="1400" kern="1200" dirty="0"/>
            <a:t> PDF </a:t>
          </a:r>
          <a:r>
            <a:rPr lang="en-US" sz="1400" kern="1200" dirty="0" err="1"/>
            <a:t>como</a:t>
          </a:r>
          <a:r>
            <a:rPr lang="en-US" sz="1400" kern="1200" dirty="0"/>
            <a:t> </a:t>
          </a:r>
          <a:r>
            <a:rPr lang="en-US" sz="1400" kern="1200" dirty="0" err="1"/>
            <a:t>legítimos</a:t>
          </a:r>
          <a:r>
            <a:rPr lang="en-US" sz="1400" kern="1200" dirty="0"/>
            <a:t> (0) </a:t>
          </a:r>
          <a:r>
            <a:rPr lang="en-US" sz="1400" kern="1200" dirty="0" err="1"/>
            <a:t>ou</a:t>
          </a:r>
          <a:r>
            <a:rPr lang="en-US" sz="1400" kern="1200" dirty="0"/>
            <a:t> phishing (1). Dataset CIC-Trap4Phish 2025 com 19.296 </a:t>
          </a:r>
          <a:r>
            <a:rPr lang="en-US" sz="1400" kern="1200" dirty="0" err="1"/>
            <a:t>amostras</a:t>
          </a:r>
          <a:r>
            <a:rPr lang="en-US" sz="1400" kern="1200" dirty="0"/>
            <a:t>, 10 features </a:t>
          </a:r>
          <a:r>
            <a:rPr lang="en-US" sz="1400" kern="1200" dirty="0" err="1"/>
            <a:t>estruturais</a:t>
          </a:r>
          <a:r>
            <a:rPr lang="en-US" sz="1400" kern="1200" dirty="0"/>
            <a:t>. </a:t>
          </a:r>
          <a:r>
            <a:rPr lang="en-US" sz="1400" kern="1200" dirty="0" err="1"/>
            <a:t>Inspeção</a:t>
          </a:r>
          <a:r>
            <a:rPr lang="en-US" sz="1400" kern="1200" dirty="0"/>
            <a:t> </a:t>
          </a:r>
          <a:r>
            <a:rPr lang="en-US" sz="1400" kern="1200" dirty="0" err="1"/>
            <a:t>inicial</a:t>
          </a:r>
          <a:r>
            <a:rPr lang="en-US" sz="1400" kern="1200" dirty="0"/>
            <a:t>: zero </a:t>
          </a:r>
          <a:r>
            <a:rPr lang="en-US" sz="1400" kern="1200" dirty="0" err="1"/>
            <a:t>valores</a:t>
          </a:r>
          <a:r>
            <a:rPr lang="en-US" sz="1400" kern="1200" dirty="0"/>
            <a:t> </a:t>
          </a:r>
          <a:r>
            <a:rPr lang="en-US" sz="1400" kern="1200" dirty="0" err="1"/>
            <a:t>em</a:t>
          </a:r>
          <a:r>
            <a:rPr lang="en-US" sz="1400" kern="1200" dirty="0"/>
            <a:t> </a:t>
          </a:r>
          <a:r>
            <a:rPr lang="en-US" sz="1400" kern="1200" dirty="0" err="1"/>
            <a:t>falta</a:t>
          </a:r>
          <a:r>
            <a:rPr lang="en-US" sz="1400" kern="1200" dirty="0"/>
            <a:t> </a:t>
          </a:r>
          <a:r>
            <a:rPr lang="en-US" sz="1400" kern="1200" dirty="0" err="1"/>
            <a:t>em</a:t>
          </a:r>
          <a:r>
            <a:rPr lang="en-US" sz="1400" kern="1200" dirty="0"/>
            <a:t> </a:t>
          </a:r>
          <a:r>
            <a:rPr lang="en-US" sz="1400" kern="1200" dirty="0" err="1"/>
            <a:t>todas</a:t>
          </a:r>
          <a:r>
            <a:rPr lang="en-US" sz="1400" kern="1200" dirty="0"/>
            <a:t> as </a:t>
          </a:r>
          <a:r>
            <a:rPr lang="en-US" sz="1400" kern="1200" dirty="0" err="1"/>
            <a:t>colunas</a:t>
          </a:r>
          <a:r>
            <a:rPr lang="en-US" sz="1400" kern="1200" dirty="0"/>
            <a:t>. </a:t>
          </a:r>
          <a:r>
            <a:rPr lang="en-US" sz="1400" kern="1200" dirty="0" err="1"/>
            <a:t>Detetadas</a:t>
          </a:r>
          <a:r>
            <a:rPr lang="en-US" sz="1400" kern="1200" dirty="0"/>
            <a:t> 3.950 </a:t>
          </a:r>
          <a:r>
            <a:rPr lang="en-US" sz="1400" kern="1200" dirty="0" err="1"/>
            <a:t>linhas</a:t>
          </a:r>
          <a:r>
            <a:rPr lang="en-US" sz="1400" kern="1200" dirty="0"/>
            <a:t> </a:t>
          </a:r>
          <a:r>
            <a:rPr lang="en-US" sz="1400" kern="1200" dirty="0" err="1"/>
            <a:t>duplicadas</a:t>
          </a:r>
          <a:r>
            <a:rPr lang="en-US" sz="1400" kern="1200" dirty="0"/>
            <a:t> (20,5%) — </a:t>
          </a:r>
          <a:r>
            <a:rPr lang="en-US" sz="1400" kern="1200" dirty="0" err="1"/>
            <a:t>mantidas</a:t>
          </a:r>
          <a:r>
            <a:rPr lang="en-US" sz="1400" kern="1200" dirty="0"/>
            <a:t> </a:t>
          </a:r>
          <a:r>
            <a:rPr lang="en-US" sz="1400" kern="1200" dirty="0" err="1"/>
            <a:t>por</a:t>
          </a:r>
          <a:r>
            <a:rPr lang="en-US" sz="1400" kern="1200" dirty="0"/>
            <a:t> </a:t>
          </a:r>
          <a:r>
            <a:rPr lang="en-US" sz="1400" kern="1200" dirty="0" err="1">
              <a:latin typeface="Calibri"/>
            </a:rPr>
            <a:t>representarem</a:t>
          </a:r>
          <a:r>
            <a:rPr lang="en-US" sz="1400" kern="1200" dirty="0">
              <a:latin typeface="Calibri"/>
            </a:rPr>
            <a:t> </a:t>
          </a:r>
          <a:r>
            <a:rPr lang="en-US" sz="1400" kern="1200" dirty="0" err="1">
              <a:latin typeface="Calibri"/>
            </a:rPr>
            <a:t>padrões</a:t>
          </a:r>
          <a:r>
            <a:rPr lang="en-US" sz="1400" kern="1200" dirty="0"/>
            <a:t> reais do </a:t>
          </a:r>
          <a:r>
            <a:rPr lang="en-US" sz="1400" kern="1200" dirty="0">
              <a:latin typeface="Calibri"/>
            </a:rPr>
            <a:t>dataset original</a:t>
          </a:r>
          <a:r>
            <a:rPr lang="en-US" sz="1400" kern="1200" dirty="0"/>
            <a:t>. </a:t>
          </a:r>
          <a:r>
            <a:rPr lang="en-US" sz="1400" kern="1200" dirty="0" err="1"/>
            <a:t>Distribuição</a:t>
          </a:r>
          <a:r>
            <a:rPr lang="en-US" sz="1400" kern="1200" dirty="0"/>
            <a:t> de classes: 48,2% </a:t>
          </a:r>
          <a:r>
            <a:rPr lang="en-US" sz="1400" kern="1200" dirty="0" err="1"/>
            <a:t>legítimos</a:t>
          </a:r>
          <a:r>
            <a:rPr lang="en-US" sz="1400" kern="1200" dirty="0"/>
            <a:t> e 51,8% phishing.</a:t>
          </a:r>
        </a:p>
      </dsp:txBody>
      <dsp:txXfrm>
        <a:off x="1591069" y="621247"/>
        <a:ext cx="6795802" cy="1377549"/>
      </dsp:txXfrm>
    </dsp:sp>
    <dsp:sp modelId="{412ED0C3-F265-4D06-A24C-34733F28852F}">
      <dsp:nvSpPr>
        <dsp:cNvPr id="0" name=""/>
        <dsp:cNvSpPr/>
      </dsp:nvSpPr>
      <dsp:spPr>
        <a:xfrm>
          <a:off x="0" y="2322926"/>
          <a:ext cx="8386872" cy="1377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A94489-859A-4E56-818F-6173268D28BF}">
      <dsp:nvSpPr>
        <dsp:cNvPr id="0" name=""/>
        <dsp:cNvSpPr/>
      </dsp:nvSpPr>
      <dsp:spPr>
        <a:xfrm>
          <a:off x="416708" y="2632874"/>
          <a:ext cx="757652" cy="7576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BD0F3-6589-4762-9A6F-0013BB62E856}">
      <dsp:nvSpPr>
        <dsp:cNvPr id="0" name=""/>
        <dsp:cNvSpPr/>
      </dsp:nvSpPr>
      <dsp:spPr>
        <a:xfrm>
          <a:off x="1591069" y="2322926"/>
          <a:ext cx="6795802" cy="1377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791" tIns="145791" rIns="145791" bIns="14579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■ </a:t>
          </a:r>
          <a:r>
            <a:rPr lang="en-US" sz="1400" kern="1200" dirty="0"/>
            <a:t>Features </a:t>
          </a:r>
          <a:r>
            <a:rPr lang="en-US" sz="1400" kern="1200" dirty="0" err="1"/>
            <a:t>disponíveis</a:t>
          </a:r>
          <a:r>
            <a:rPr lang="en-US" sz="1400" kern="1200" dirty="0"/>
            <a:t>: </a:t>
          </a:r>
          <a:r>
            <a:rPr lang="en-US" sz="1400" kern="1200" dirty="0" err="1"/>
            <a:t>text_length</a:t>
          </a:r>
          <a:r>
            <a:rPr lang="en-US" sz="1400" kern="1200" dirty="0"/>
            <a:t>, </a:t>
          </a:r>
          <a:r>
            <a:rPr lang="en-US" sz="1400" kern="1200" dirty="0" err="1"/>
            <a:t>total_filters</a:t>
          </a:r>
          <a:r>
            <a:rPr lang="en-US" sz="1400" kern="1200" dirty="0"/>
            <a:t>, </a:t>
          </a:r>
          <a:r>
            <a:rPr lang="en-US" sz="1400" kern="1200" dirty="0" err="1"/>
            <a:t>title_chars</a:t>
          </a:r>
          <a:r>
            <a:rPr lang="en-US" sz="1400" kern="1200" dirty="0"/>
            <a:t>, </a:t>
          </a:r>
          <a:r>
            <a:rPr lang="en-US" sz="1400" kern="1200" dirty="0" err="1"/>
            <a:t>file_size</a:t>
          </a:r>
          <a:r>
            <a:rPr lang="en-US" sz="1400" kern="1200" dirty="0"/>
            <a:t>, </a:t>
          </a:r>
          <a:r>
            <a:rPr lang="en-US" sz="1400" kern="1200" dirty="0" err="1"/>
            <a:t>object_count</a:t>
          </a:r>
          <a:r>
            <a:rPr lang="en-US" sz="1400" kern="1200" dirty="0"/>
            <a:t>, </a:t>
          </a:r>
          <a:r>
            <a:rPr lang="en-US" sz="1400" kern="1200" dirty="0" err="1"/>
            <a:t>stream_count</a:t>
          </a:r>
          <a:r>
            <a:rPr lang="en-US" sz="1400" kern="1200" dirty="0"/>
            <a:t>, </a:t>
          </a:r>
          <a:r>
            <a:rPr lang="en-US" sz="1400" kern="1200" dirty="0" err="1"/>
            <a:t>endstream_count</a:t>
          </a:r>
          <a:r>
            <a:rPr lang="en-US" sz="1400" kern="1200" dirty="0"/>
            <a:t>, </a:t>
          </a:r>
          <a:r>
            <a:rPr lang="en-US" sz="1400" kern="1200" dirty="0" err="1"/>
            <a:t>metadata_size</a:t>
          </a:r>
          <a:r>
            <a:rPr lang="en-US" sz="1400" kern="1200" dirty="0"/>
            <a:t>, </a:t>
          </a:r>
          <a:r>
            <a:rPr lang="en-US" sz="1400" kern="1200" dirty="0" err="1"/>
            <a:t>valid_pdf_header</a:t>
          </a:r>
          <a:r>
            <a:rPr lang="en-US" sz="1400" kern="1200" dirty="0"/>
            <a:t>, </a:t>
          </a:r>
          <a:r>
            <a:rPr lang="en-US" sz="1400" kern="1200" dirty="0" err="1"/>
            <a:t>entropy_of_streams</a:t>
          </a:r>
          <a:r>
            <a:rPr lang="en-US" sz="1400" kern="1200" dirty="0"/>
            <a:t>. </a:t>
          </a:r>
          <a:r>
            <a:rPr lang="en-US" sz="1400" kern="1200" dirty="0" err="1"/>
            <a:t>Variável</a:t>
          </a:r>
          <a:r>
            <a:rPr lang="en-US" sz="1400" kern="1200" dirty="0"/>
            <a:t> </a:t>
          </a:r>
          <a:r>
            <a:rPr lang="en-US" sz="1400" kern="1200" dirty="0" err="1"/>
            <a:t>alvo</a:t>
          </a:r>
          <a:r>
            <a:rPr lang="en-US" sz="1400" kern="1200" dirty="0"/>
            <a:t>: label (0 = </a:t>
          </a:r>
          <a:r>
            <a:rPr lang="en-US" sz="1400" kern="1200" dirty="0" err="1"/>
            <a:t>legítimo</a:t>
          </a:r>
          <a:r>
            <a:rPr lang="en-US" sz="1400" kern="1200" dirty="0"/>
            <a:t>, 1 = phishing).</a:t>
          </a:r>
        </a:p>
      </dsp:txBody>
      <dsp:txXfrm>
        <a:off x="1591069" y="2322926"/>
        <a:ext cx="6795802" cy="13775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5B2DF-2C83-4E6D-8E28-324AA3536F4A}">
      <dsp:nvSpPr>
        <dsp:cNvPr id="0" name=""/>
        <dsp:cNvSpPr/>
      </dsp:nvSpPr>
      <dsp:spPr>
        <a:xfrm>
          <a:off x="0" y="1735371"/>
          <a:ext cx="8432394" cy="941067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2E6BC-93E4-4249-BB1C-F4723F0157FD}">
      <dsp:nvSpPr>
        <dsp:cNvPr id="0" name=""/>
        <dsp:cNvSpPr/>
      </dsp:nvSpPr>
      <dsp:spPr>
        <a:xfrm>
          <a:off x="4447593" y="1970638"/>
          <a:ext cx="3141560" cy="47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0" bIns="71120" numCol="1" spcCol="1270" anchor="ctr" anchorCtr="0">
          <a:noAutofit/>
        </a:bodyPr>
        <a:lstStyle/>
        <a:p>
          <a:pPr marL="0" lvl="0" indent="0" algn="l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Valores zero </a:t>
          </a:r>
          <a:r>
            <a:rPr lang="en-US" sz="700" kern="1200" dirty="0" err="1"/>
            <a:t>em</a:t>
          </a:r>
          <a:r>
            <a:rPr lang="en-US" sz="700" kern="1200" dirty="0"/>
            <a:t> </a:t>
          </a:r>
          <a:r>
            <a:rPr lang="en-US" sz="700" kern="1200" dirty="0" err="1"/>
            <a:t>várias</a:t>
          </a:r>
          <a:r>
            <a:rPr lang="en-US" sz="700" kern="1200" dirty="0"/>
            <a:t> </a:t>
          </a:r>
          <a:r>
            <a:rPr lang="en-US" sz="700" kern="1200" dirty="0" err="1"/>
            <a:t>colunas</a:t>
          </a:r>
          <a:r>
            <a:rPr lang="en-US" sz="700" kern="1200" dirty="0"/>
            <a:t> </a:t>
          </a:r>
          <a:r>
            <a:rPr lang="en-US" sz="700" kern="1200" dirty="0" err="1"/>
            <a:t>não</a:t>
          </a:r>
          <a:r>
            <a:rPr lang="en-US" sz="700" kern="1200" dirty="0"/>
            <a:t> </a:t>
          </a:r>
          <a:r>
            <a:rPr lang="en-US" sz="700" kern="1200" dirty="0" err="1"/>
            <a:t>representam</a:t>
          </a:r>
          <a:r>
            <a:rPr lang="en-US" sz="700" kern="1200" dirty="0"/>
            <a:t> dados </a:t>
          </a:r>
          <a:r>
            <a:rPr lang="en-US" sz="700" kern="1200" dirty="0" err="1"/>
            <a:t>em</a:t>
          </a:r>
          <a:r>
            <a:rPr lang="en-US" sz="700" kern="1200" dirty="0"/>
            <a:t> </a:t>
          </a:r>
          <a:r>
            <a:rPr lang="en-US" sz="700" kern="1200" dirty="0" err="1"/>
            <a:t>falta</a:t>
          </a:r>
          <a:r>
            <a:rPr lang="en-US" sz="700" kern="1200" dirty="0"/>
            <a:t> — </a:t>
          </a:r>
          <a:r>
            <a:rPr lang="en-US" sz="700" kern="1200" dirty="0" err="1"/>
            <a:t>são</a:t>
          </a:r>
          <a:r>
            <a:rPr lang="en-US" sz="700" kern="1200" dirty="0"/>
            <a:t> </a:t>
          </a:r>
          <a:r>
            <a:rPr lang="en-US" sz="700" kern="1200" dirty="0" err="1"/>
            <a:t>valores</a:t>
          </a:r>
          <a:r>
            <a:rPr lang="en-US" sz="700" kern="1200" dirty="0"/>
            <a:t> reais: </a:t>
          </a:r>
          <a:r>
            <a:rPr lang="en-US" sz="700" kern="1200" dirty="0" err="1"/>
            <a:t>text_length</a:t>
          </a:r>
          <a:r>
            <a:rPr lang="en-US" sz="700" kern="1200" dirty="0"/>
            <a:t> (7.499 zeros = PDFs </a:t>
          </a:r>
          <a:r>
            <a:rPr lang="en-US" sz="700" kern="1200" dirty="0" err="1"/>
            <a:t>sem</a:t>
          </a:r>
          <a:r>
            <a:rPr lang="en-US" sz="700" kern="1200" dirty="0"/>
            <a:t> </a:t>
          </a:r>
          <a:r>
            <a:rPr lang="en-US" sz="700" kern="1200" dirty="0" err="1"/>
            <a:t>texto</a:t>
          </a:r>
          <a:r>
            <a:rPr lang="en-US" sz="700" kern="1200" dirty="0"/>
            <a:t>), </a:t>
          </a:r>
          <a:r>
            <a:rPr lang="en-US" sz="700" kern="1200" dirty="0" err="1"/>
            <a:t>metadata_size</a:t>
          </a:r>
          <a:r>
            <a:rPr lang="en-US" sz="700" kern="1200" dirty="0">
              <a:latin typeface="Calibri"/>
            </a:rPr>
            <a:t> </a:t>
          </a:r>
          <a:r>
            <a:rPr lang="en-US" sz="700" kern="1200" dirty="0"/>
            <a:t>(7.684 zeros = PDFs </a:t>
          </a:r>
          <a:r>
            <a:rPr lang="en-US" sz="700" kern="1200" dirty="0" err="1"/>
            <a:t>sem</a:t>
          </a:r>
          <a:r>
            <a:rPr lang="en-US" sz="700" kern="1200" dirty="0"/>
            <a:t> </a:t>
          </a:r>
          <a:r>
            <a:rPr lang="en-US" sz="700" kern="1200" dirty="0" err="1"/>
            <a:t>metadados</a:t>
          </a:r>
          <a:r>
            <a:rPr lang="en-US" sz="700" kern="1200" dirty="0"/>
            <a:t>), </a:t>
          </a:r>
          <a:r>
            <a:rPr lang="en-US" sz="700" kern="1200" dirty="0" err="1"/>
            <a:t>stream_count</a:t>
          </a:r>
          <a:r>
            <a:rPr lang="en-US" sz="700" kern="1200" dirty="0"/>
            <a:t> (7.500 zeros = PDFs </a:t>
          </a:r>
          <a:r>
            <a:rPr lang="en-US" sz="700" kern="1200" dirty="0" err="1"/>
            <a:t>sem</a:t>
          </a:r>
          <a:r>
            <a:rPr lang="en-US" sz="700" kern="1200" dirty="0"/>
            <a:t> streams).</a:t>
          </a:r>
          <a:endParaRPr lang="en-US" sz="700" kern="1200" dirty="0">
            <a:latin typeface="Arial"/>
            <a:ea typeface="Calibri"/>
            <a:cs typeface="Arial"/>
          </a:endParaRPr>
        </a:p>
      </dsp:txBody>
      <dsp:txXfrm>
        <a:off x="4447593" y="1970638"/>
        <a:ext cx="3141560" cy="470533"/>
      </dsp:txXfrm>
    </dsp:sp>
    <dsp:sp modelId="{16B8D6EF-D04B-4E32-8DA1-31E2F09EC716}">
      <dsp:nvSpPr>
        <dsp:cNvPr id="0" name=""/>
        <dsp:cNvSpPr/>
      </dsp:nvSpPr>
      <dsp:spPr>
        <a:xfrm>
          <a:off x="677720" y="1970638"/>
          <a:ext cx="3141560" cy="47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1120" rIns="0" bIns="7112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i="1" kern="1200" dirty="0"/>
            <a:t> </a:t>
          </a:r>
          <a:r>
            <a:rPr lang="en-US" sz="700" kern="1200" dirty="0">
              <a:latin typeface="Arial"/>
              <a:cs typeface="Arial"/>
            </a:rPr>
            <a:t>7 das 10 features </a:t>
          </a:r>
          <a:r>
            <a:rPr lang="en-US" sz="700" kern="1200" dirty="0" err="1">
              <a:latin typeface="Arial"/>
              <a:cs typeface="Arial"/>
            </a:rPr>
            <a:t>apresentam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distribuição</a:t>
          </a:r>
          <a:r>
            <a:rPr lang="en-US" sz="700" kern="1200" dirty="0">
              <a:latin typeface="Arial"/>
              <a:cs typeface="Arial"/>
            </a:rPr>
            <a:t> fortemente </a:t>
          </a:r>
          <a:r>
            <a:rPr lang="en-US" sz="700" kern="1200" dirty="0" err="1">
              <a:latin typeface="Arial"/>
              <a:cs typeface="Arial"/>
            </a:rPr>
            <a:t>assimétrica</a:t>
          </a:r>
          <a:r>
            <a:rPr lang="en-US" sz="700" kern="1200" dirty="0">
              <a:latin typeface="Arial"/>
              <a:cs typeface="Arial"/>
            </a:rPr>
            <a:t> (skewness &gt; 30), com a </a:t>
          </a:r>
          <a:r>
            <a:rPr lang="en-US" sz="700" kern="1200" dirty="0" err="1">
              <a:latin typeface="Arial"/>
              <a:cs typeface="Arial"/>
            </a:rPr>
            <a:t>maioria</a:t>
          </a:r>
          <a:r>
            <a:rPr lang="en-US" sz="700" kern="1200" dirty="0">
              <a:latin typeface="Arial"/>
              <a:cs typeface="Arial"/>
            </a:rPr>
            <a:t> dos </a:t>
          </a:r>
          <a:r>
            <a:rPr lang="en-US" sz="700" kern="1200" dirty="0" err="1">
              <a:latin typeface="Arial"/>
              <a:cs typeface="Arial"/>
            </a:rPr>
            <a:t>valoresconcentrados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próximo</a:t>
          </a:r>
          <a:r>
            <a:rPr lang="en-US" sz="700" kern="1200" dirty="0">
              <a:latin typeface="Arial"/>
              <a:cs typeface="Arial"/>
            </a:rPr>
            <a:t> de zero. </a:t>
          </a:r>
          <a:r>
            <a:rPr lang="en-US" sz="700" kern="1200" dirty="0" err="1">
              <a:latin typeface="Arial"/>
              <a:cs typeface="Arial"/>
            </a:rPr>
            <a:t>Apenas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metadata_size</a:t>
          </a:r>
          <a:r>
            <a:rPr lang="en-US" sz="700" kern="1200" dirty="0">
              <a:latin typeface="Arial"/>
              <a:cs typeface="Arial"/>
            </a:rPr>
            <a:t> e </a:t>
          </a:r>
          <a:r>
            <a:rPr lang="en-US" sz="700" kern="1200" dirty="0" err="1">
              <a:latin typeface="Arial"/>
              <a:cs typeface="Arial"/>
            </a:rPr>
            <a:t>entropy_of_streams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mostram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alguma</a:t>
          </a:r>
          <a:r>
            <a:rPr lang="en-US" sz="700" kern="1200" dirty="0">
              <a:latin typeface="Arial"/>
              <a:cs typeface="Arial"/>
            </a:rPr>
            <a:t> </a:t>
          </a:r>
          <a:r>
            <a:rPr lang="en-US" sz="700" kern="1200" dirty="0" err="1">
              <a:latin typeface="Arial"/>
              <a:cs typeface="Arial"/>
            </a:rPr>
            <a:t>dispersão</a:t>
          </a:r>
          <a:r>
            <a:rPr lang="en-US" sz="700" kern="1200" dirty="0">
              <a:latin typeface="Arial"/>
              <a:cs typeface="Arial"/>
            </a:rPr>
            <a:t>.</a:t>
          </a:r>
          <a:endParaRPr lang="en-US" sz="700" kern="1200" dirty="0">
            <a:latin typeface="Calibri"/>
            <a:ea typeface="Calibri"/>
            <a:cs typeface="Calibri"/>
          </a:endParaRPr>
        </a:p>
      </dsp:txBody>
      <dsp:txXfrm>
        <a:off x="677720" y="1970638"/>
        <a:ext cx="3141560" cy="4705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1F4F6-5B6A-4F07-A274-3BF4B5E3058C}">
      <dsp:nvSpPr>
        <dsp:cNvPr id="0" name=""/>
        <dsp:cNvSpPr/>
      </dsp:nvSpPr>
      <dsp:spPr>
        <a:xfrm>
          <a:off x="0" y="38250"/>
          <a:ext cx="3814873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baseline="0" dirty="0"/>
            <a:t>■</a:t>
          </a:r>
          <a:r>
            <a:rPr lang="en-US" sz="1800" i="1" kern="1200" dirty="0"/>
            <a:t> </a:t>
          </a:r>
          <a:r>
            <a:rPr lang="en-US" sz="1800" kern="1200" dirty="0" err="1"/>
            <a:t>stream_count</a:t>
          </a:r>
          <a:r>
            <a:rPr lang="en-US" sz="1800" kern="1200" dirty="0"/>
            <a:t> e </a:t>
          </a:r>
          <a:r>
            <a:rPr lang="en-US" sz="1800" kern="1200" dirty="0" err="1"/>
            <a:t>endstream_count</a:t>
          </a:r>
          <a:r>
            <a:rPr lang="en-US" sz="1800" kern="1200" dirty="0"/>
            <a:t> </a:t>
          </a:r>
          <a:r>
            <a:rPr lang="en-US" sz="1800" kern="1200" dirty="0" err="1"/>
            <a:t>apresentam</a:t>
          </a:r>
          <a:r>
            <a:rPr lang="en-US" sz="1800" kern="1200" dirty="0"/>
            <a:t> </a:t>
          </a:r>
          <a:r>
            <a:rPr lang="en-US" sz="1800" kern="1200" dirty="0" err="1"/>
            <a:t>correlação</a:t>
          </a:r>
          <a:r>
            <a:rPr lang="en-US" sz="1800" kern="1200" dirty="0"/>
            <a:t> ~1.0 — feature </a:t>
          </a:r>
          <a:r>
            <a:rPr lang="en-US" sz="1800" kern="1200" dirty="0" err="1"/>
            <a:t>redundante</a:t>
          </a:r>
          <a:r>
            <a:rPr lang="en-US" sz="1800" kern="1200" dirty="0"/>
            <a:t> </a:t>
          </a:r>
          <a:r>
            <a:rPr lang="en-US" sz="1800" kern="1200" dirty="0" err="1"/>
            <a:t>identificada</a:t>
          </a:r>
          <a:r>
            <a:rPr lang="en-US" sz="1800" kern="1200" dirty="0"/>
            <a:t> e </a:t>
          </a:r>
          <a:r>
            <a:rPr lang="en-US" sz="1800" kern="1200" dirty="0" err="1"/>
            <a:t>removida</a:t>
          </a:r>
          <a:r>
            <a:rPr lang="en-US" sz="1800" kern="1200" dirty="0"/>
            <a:t> </a:t>
          </a:r>
          <a:r>
            <a:rPr lang="en-US" sz="1800" kern="1200" dirty="0" err="1"/>
            <a:t>na</a:t>
          </a:r>
          <a:r>
            <a:rPr lang="en-US" sz="1800" kern="1200" dirty="0"/>
            <a:t> </a:t>
          </a:r>
          <a:r>
            <a:rPr lang="en-US" sz="1800" kern="1200" dirty="0" err="1"/>
            <a:t>fase</a:t>
          </a:r>
          <a:r>
            <a:rPr lang="en-US" sz="1800" kern="1200" dirty="0"/>
            <a:t> de </a:t>
          </a:r>
          <a:r>
            <a:rPr lang="en-US" sz="1800" kern="1200" dirty="0" err="1"/>
            <a:t>pré-processamento</a:t>
          </a:r>
          <a:r>
            <a:rPr lang="en-US" sz="1800" kern="1200" dirty="0"/>
            <a:t>.</a:t>
          </a:r>
        </a:p>
      </dsp:txBody>
      <dsp:txXfrm>
        <a:off x="76077" y="114327"/>
        <a:ext cx="3662719" cy="1406285"/>
      </dsp:txXfrm>
    </dsp:sp>
    <dsp:sp modelId="{B787D41D-1DAE-43C8-9837-C50D191B7CE0}">
      <dsp:nvSpPr>
        <dsp:cNvPr id="0" name=""/>
        <dsp:cNvSpPr/>
      </dsp:nvSpPr>
      <dsp:spPr>
        <a:xfrm>
          <a:off x="0" y="1648530"/>
          <a:ext cx="3814873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■ </a:t>
          </a:r>
          <a:r>
            <a:rPr lang="en-US" sz="1800" kern="1200" dirty="0" err="1"/>
            <a:t>entropy_of_streams</a:t>
          </a:r>
          <a:r>
            <a:rPr lang="en-US" sz="1800" kern="1200" dirty="0"/>
            <a:t> e </a:t>
          </a:r>
          <a:r>
            <a:rPr lang="en-US" sz="1800" kern="1200" dirty="0" err="1"/>
            <a:t>metadata_size</a:t>
          </a:r>
          <a:r>
            <a:rPr lang="en-US" sz="1800" kern="1200" dirty="0"/>
            <a:t> </a:t>
          </a:r>
          <a:r>
            <a:rPr lang="en-US" sz="1800" kern="1200" dirty="0" err="1"/>
            <a:t>correlacionam</a:t>
          </a:r>
          <a:r>
            <a:rPr lang="en-US" sz="1800" kern="1200" dirty="0"/>
            <a:t> </a:t>
          </a:r>
          <a:r>
            <a:rPr lang="en-US" sz="1800" kern="1200" dirty="0" err="1"/>
            <a:t>negativamente</a:t>
          </a:r>
          <a:r>
            <a:rPr lang="en-US" sz="1800" kern="1200" dirty="0"/>
            <a:t> com o label — PDFs </a:t>
          </a:r>
          <a:r>
            <a:rPr lang="en-US" sz="1800" kern="1200" dirty="0" err="1"/>
            <a:t>legítimos</a:t>
          </a:r>
          <a:r>
            <a:rPr lang="en-US" sz="1800" kern="1200" dirty="0"/>
            <a:t> </a:t>
          </a:r>
          <a:r>
            <a:rPr lang="en-US" sz="1800" kern="1200" dirty="0" err="1"/>
            <a:t>têm</a:t>
          </a:r>
          <a:r>
            <a:rPr lang="en-US" sz="1800" kern="1200" dirty="0"/>
            <a:t> </a:t>
          </a:r>
          <a:r>
            <a:rPr lang="en-US" sz="1800" kern="1200" dirty="0" err="1"/>
            <a:t>maior</a:t>
          </a:r>
          <a:r>
            <a:rPr lang="en-US" sz="1800" kern="1200" dirty="0"/>
            <a:t> </a:t>
          </a:r>
          <a:r>
            <a:rPr lang="en-US" sz="1800" kern="1200" dirty="0" err="1"/>
            <a:t>entropia</a:t>
          </a:r>
          <a:r>
            <a:rPr lang="en-US" sz="1800" kern="1200" dirty="0"/>
            <a:t> e </a:t>
          </a:r>
          <a:r>
            <a:rPr lang="en-US" sz="1800" kern="1200" dirty="0" err="1"/>
            <a:t>mais</a:t>
          </a:r>
          <a:r>
            <a:rPr lang="en-US" sz="1800" kern="1200" dirty="0"/>
            <a:t> </a:t>
          </a:r>
          <a:r>
            <a:rPr lang="en-US" sz="1800" kern="1200" dirty="0" err="1"/>
            <a:t>metadados</a:t>
          </a:r>
          <a:r>
            <a:rPr lang="en-US" sz="1800" kern="1200" dirty="0"/>
            <a:t> </a:t>
          </a:r>
          <a:r>
            <a:rPr lang="en-US" sz="1800" kern="1200" dirty="0" err="1"/>
            <a:t>que</a:t>
          </a:r>
          <a:r>
            <a:rPr lang="en-US" sz="1800" kern="1200" dirty="0"/>
            <a:t> </a:t>
          </a:r>
          <a:r>
            <a:rPr lang="en-US" sz="1800" kern="1200" dirty="0" err="1"/>
            <a:t>os</a:t>
          </a:r>
          <a:r>
            <a:rPr lang="en-US" sz="1800" kern="1200" dirty="0"/>
            <a:t> de phishing.</a:t>
          </a:r>
        </a:p>
      </dsp:txBody>
      <dsp:txXfrm>
        <a:off x="76077" y="1724607"/>
        <a:ext cx="3662719" cy="1406285"/>
      </dsp:txXfrm>
    </dsp:sp>
    <dsp:sp modelId="{B4BAC9B0-E138-4A2E-81BE-3DECA8CCEE84}">
      <dsp:nvSpPr>
        <dsp:cNvPr id="0" name=""/>
        <dsp:cNvSpPr/>
      </dsp:nvSpPr>
      <dsp:spPr>
        <a:xfrm>
          <a:off x="0" y="3206970"/>
          <a:ext cx="3814873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22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Fase 1 — </a:t>
          </a:r>
          <a:r>
            <a:rPr lang="en-US" sz="1400" kern="1200" dirty="0" err="1"/>
            <a:t>Análise</a:t>
          </a:r>
          <a:r>
            <a:rPr lang="en-US" sz="1400" kern="1200" dirty="0"/>
            <a:t> </a:t>
          </a:r>
          <a:r>
            <a:rPr lang="en-US" sz="1400" kern="1200" dirty="0" err="1"/>
            <a:t>Exploratória</a:t>
          </a:r>
          <a:r>
            <a:rPr lang="en-US" sz="1400" kern="1200" dirty="0"/>
            <a:t> (fase1_outputs/)</a:t>
          </a:r>
        </a:p>
      </dsp:txBody>
      <dsp:txXfrm>
        <a:off x="0" y="3206970"/>
        <a:ext cx="3814873" cy="298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65017-B294-461E-A28F-D298A1438D42}">
      <dsp:nvSpPr>
        <dsp:cNvPr id="0" name=""/>
        <dsp:cNvSpPr/>
      </dsp:nvSpPr>
      <dsp:spPr>
        <a:xfrm>
          <a:off x="0" y="297726"/>
          <a:ext cx="4406081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1" kern="1200" baseline="0"/>
            <a:t>■ </a:t>
          </a:r>
          <a:r>
            <a:rPr lang="en-US" sz="1600" kern="1200"/>
            <a:t>Remoção de endstream_count: correlação ~1.0 com stream_count — feature redundante sem valor informativo adicional.</a:t>
          </a:r>
        </a:p>
      </dsp:txBody>
      <dsp:txXfrm>
        <a:off x="42950" y="340676"/>
        <a:ext cx="4320181" cy="793940"/>
      </dsp:txXfrm>
    </dsp:sp>
    <dsp:sp modelId="{054533AB-9BA5-4933-A968-3B4D043A04C3}">
      <dsp:nvSpPr>
        <dsp:cNvPr id="0" name=""/>
        <dsp:cNvSpPr/>
      </dsp:nvSpPr>
      <dsp:spPr>
        <a:xfrm>
          <a:off x="0" y="1223646"/>
          <a:ext cx="4406081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Clipagem de outliers (IQR × 3) aplicada a 8 features contínuas, preservando a estrutura dos dados sem eliminar amostras.</a:t>
          </a:r>
        </a:p>
      </dsp:txBody>
      <dsp:txXfrm>
        <a:off x="42950" y="1266596"/>
        <a:ext cx="4320181" cy="793940"/>
      </dsp:txXfrm>
    </dsp:sp>
    <dsp:sp modelId="{3BB0FB23-7DED-4596-80FC-4643C5684F6F}">
      <dsp:nvSpPr>
        <dsp:cNvPr id="0" name=""/>
        <dsp:cNvSpPr/>
      </dsp:nvSpPr>
      <dsp:spPr>
        <a:xfrm>
          <a:off x="0" y="2149567"/>
          <a:ext cx="4406081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Transformação log1p aplicada a 7 features com skewness &gt;30 — skewness reduzida para &lt;0.4 em todas. Distribuições visivelmente mais simétricas.</a:t>
          </a:r>
        </a:p>
      </dsp:txBody>
      <dsp:txXfrm>
        <a:off x="42950" y="2192517"/>
        <a:ext cx="4320181" cy="793940"/>
      </dsp:txXfrm>
    </dsp:sp>
    <dsp:sp modelId="{4CFEA7DB-6E25-4482-BB24-CFD834506DED}">
      <dsp:nvSpPr>
        <dsp:cNvPr id="0" name=""/>
        <dsp:cNvSpPr/>
      </dsp:nvSpPr>
      <dsp:spPr>
        <a:xfrm>
          <a:off x="0" y="3075487"/>
          <a:ext cx="4406081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Normalização com RobustScaler (baseado na mediana e IQR) — robusto a outliers residuais.</a:t>
          </a:r>
        </a:p>
      </dsp:txBody>
      <dsp:txXfrm>
        <a:off x="42950" y="3118437"/>
        <a:ext cx="4320181" cy="793940"/>
      </dsp:txXfrm>
    </dsp:sp>
    <dsp:sp modelId="{D942DBFC-7214-43D9-BE5F-B08956F7D83A}">
      <dsp:nvSpPr>
        <dsp:cNvPr id="0" name=""/>
        <dsp:cNvSpPr/>
      </dsp:nvSpPr>
      <dsp:spPr>
        <a:xfrm>
          <a:off x="0" y="4001407"/>
          <a:ext cx="4406081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Fase 2 — Tratamento de Dados (fase2_data.py)</a:t>
          </a:r>
        </a:p>
      </dsp:txBody>
      <dsp:txXfrm>
        <a:off x="42950" y="4044357"/>
        <a:ext cx="4320181" cy="7939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9FE-0E24-460F-B55D-5A0BF9991BFC}">
      <dsp:nvSpPr>
        <dsp:cNvPr id="0" name=""/>
        <dsp:cNvSpPr/>
      </dsp:nvSpPr>
      <dsp:spPr>
        <a:xfrm>
          <a:off x="537" y="491865"/>
          <a:ext cx="2097621" cy="125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1" kern="1200" baseline="0"/>
            <a:t>■ </a:t>
          </a:r>
          <a:r>
            <a:rPr lang="en-US" sz="1300" kern="1200"/>
            <a:t>Dataset original desbalanceado: 9.297 amostras legítimas (48,2%) vs 9.999 de phishing (51,8%).</a:t>
          </a:r>
        </a:p>
      </dsp:txBody>
      <dsp:txXfrm>
        <a:off x="537" y="491865"/>
        <a:ext cx="2097621" cy="1258572"/>
      </dsp:txXfrm>
    </dsp:sp>
    <dsp:sp modelId="{CC0FFB99-F961-4A6C-A1D4-87C941991C3E}">
      <dsp:nvSpPr>
        <dsp:cNvPr id="0" name=""/>
        <dsp:cNvSpPr/>
      </dsp:nvSpPr>
      <dsp:spPr>
        <a:xfrm>
          <a:off x="2307921" y="491865"/>
          <a:ext cx="2097621" cy="125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■ </a:t>
          </a:r>
          <a:r>
            <a:rPr lang="en-US" sz="1300" kern="1200"/>
            <a:t>Aplicação de SMOTE (Synthetic Minority Oversampling Technique): geração de amostras sintéticas para a classe minoritária.</a:t>
          </a:r>
        </a:p>
      </dsp:txBody>
      <dsp:txXfrm>
        <a:off x="2307921" y="491865"/>
        <a:ext cx="2097621" cy="1258572"/>
      </dsp:txXfrm>
    </dsp:sp>
    <dsp:sp modelId="{818DAF28-C7EA-4B92-92D8-805717BC8DA6}">
      <dsp:nvSpPr>
        <dsp:cNvPr id="0" name=""/>
        <dsp:cNvSpPr/>
      </dsp:nvSpPr>
      <dsp:spPr>
        <a:xfrm>
          <a:off x="537" y="1960200"/>
          <a:ext cx="2097621" cy="125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■ </a:t>
          </a:r>
          <a:r>
            <a:rPr lang="en-US" sz="1300" kern="1200"/>
            <a:t>Resultado: 10.000 amostras por classe — distribuição perfeitamente equilibrada (50/50).</a:t>
          </a:r>
        </a:p>
      </dsp:txBody>
      <dsp:txXfrm>
        <a:off x="537" y="1960200"/>
        <a:ext cx="2097621" cy="1258572"/>
      </dsp:txXfrm>
    </dsp:sp>
    <dsp:sp modelId="{CAFE5305-C226-4275-9B89-06270BD66FE2}">
      <dsp:nvSpPr>
        <dsp:cNvPr id="0" name=""/>
        <dsp:cNvSpPr/>
      </dsp:nvSpPr>
      <dsp:spPr>
        <a:xfrm>
          <a:off x="2307921" y="1960200"/>
          <a:ext cx="2097621" cy="125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■ </a:t>
          </a:r>
          <a:r>
            <a:rPr lang="en-US" sz="1300" kern="1200"/>
            <a:t>SMOTE garante que o modelo não aprende a favorecer a classe maioritária — melhora a generalização e reduz viés.</a:t>
          </a:r>
        </a:p>
      </dsp:txBody>
      <dsp:txXfrm>
        <a:off x="2307921" y="1960200"/>
        <a:ext cx="2097621" cy="1258572"/>
      </dsp:txXfrm>
    </dsp:sp>
    <dsp:sp modelId="{EC9ADFCC-3D06-45A7-BDD5-18C64103B216}">
      <dsp:nvSpPr>
        <dsp:cNvPr id="0" name=""/>
        <dsp:cNvSpPr/>
      </dsp:nvSpPr>
      <dsp:spPr>
        <a:xfrm>
          <a:off x="1154229" y="3428535"/>
          <a:ext cx="2097621" cy="125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Fase 2 — Tratamento de Dados (fase2_data.py)</a:t>
          </a:r>
        </a:p>
      </dsp:txBody>
      <dsp:txXfrm>
        <a:off x="1154229" y="3428535"/>
        <a:ext cx="2097621" cy="125857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2379E-39C0-4C74-8841-B9CE4E1B6C19}">
      <dsp:nvSpPr>
        <dsp:cNvPr id="0" name=""/>
        <dsp:cNvSpPr/>
      </dsp:nvSpPr>
      <dsp:spPr>
        <a:xfrm>
          <a:off x="0" y="77224"/>
          <a:ext cx="8179951" cy="4767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baseline="0"/>
            <a:t>■ </a:t>
          </a:r>
          <a:r>
            <a:rPr lang="en-US" sz="1200" kern="1200"/>
            <a:t>Dois métodos aplicados em paralelo para validação cruzada dos resultados.</a:t>
          </a:r>
        </a:p>
      </dsp:txBody>
      <dsp:txXfrm>
        <a:off x="23271" y="100495"/>
        <a:ext cx="8133409" cy="430159"/>
      </dsp:txXfrm>
    </dsp:sp>
    <dsp:sp modelId="{21284E79-3CEA-495A-BD9C-1C0ACECEA635}">
      <dsp:nvSpPr>
        <dsp:cNvPr id="0" name=""/>
        <dsp:cNvSpPr/>
      </dsp:nvSpPr>
      <dsp:spPr>
        <a:xfrm>
          <a:off x="0" y="588486"/>
          <a:ext cx="8179951" cy="4767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SelectKBest (ANOVA F-score): avalia a relação estatística entre cada feature e o label — text_length e object_count destacam-se.</a:t>
          </a:r>
        </a:p>
      </dsp:txBody>
      <dsp:txXfrm>
        <a:off x="23271" y="611757"/>
        <a:ext cx="8133409" cy="430159"/>
      </dsp:txXfrm>
    </dsp:sp>
    <dsp:sp modelId="{4725AF1D-0C7D-446D-AF3C-3E33AD8FD30E}">
      <dsp:nvSpPr>
        <dsp:cNvPr id="0" name=""/>
        <dsp:cNvSpPr/>
      </dsp:nvSpPr>
      <dsp:spPr>
        <a:xfrm>
          <a:off x="0" y="1099748"/>
          <a:ext cx="8179951" cy="4767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Random Forest Feature Importance: mede a contribuição de cada feature para a redução de impureza nas árvores — confirma text_length como feature dominante (~33%).</a:t>
          </a:r>
        </a:p>
      </dsp:txBody>
      <dsp:txXfrm>
        <a:off x="23271" y="1123019"/>
        <a:ext cx="8133409" cy="430159"/>
      </dsp:txXfrm>
    </dsp:sp>
    <dsp:sp modelId="{CF210A75-ABC8-4B0C-B87B-0D5F1EC7F9C4}">
      <dsp:nvSpPr>
        <dsp:cNvPr id="0" name=""/>
        <dsp:cNvSpPr/>
      </dsp:nvSpPr>
      <dsp:spPr>
        <a:xfrm>
          <a:off x="0" y="1611010"/>
          <a:ext cx="8179951" cy="4767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Top 6 features selecionadas (RF importance &gt; 0.05): text_length, object_count, total_filters, metadata_size, file_size, title_chars.</a:t>
          </a:r>
        </a:p>
      </dsp:txBody>
      <dsp:txXfrm>
        <a:off x="23271" y="1634281"/>
        <a:ext cx="8133409" cy="430159"/>
      </dsp:txXfrm>
    </dsp:sp>
    <dsp:sp modelId="{FFD2C79C-C72D-4DC6-90C5-660C4AB16F84}">
      <dsp:nvSpPr>
        <dsp:cNvPr id="0" name=""/>
        <dsp:cNvSpPr/>
      </dsp:nvSpPr>
      <dsp:spPr>
        <a:xfrm>
          <a:off x="0" y="2122272"/>
          <a:ext cx="8179951" cy="4767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Fase 2 — Tratamento de Dados (fase2_data.py)</a:t>
          </a:r>
        </a:p>
      </dsp:txBody>
      <dsp:txXfrm>
        <a:off x="23271" y="2145543"/>
        <a:ext cx="8133409" cy="4301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B8762-E40D-4D3A-B709-A1AA4AAC4F8A}">
      <dsp:nvSpPr>
        <dsp:cNvPr id="0" name=""/>
        <dsp:cNvSpPr/>
      </dsp:nvSpPr>
      <dsp:spPr>
        <a:xfrm>
          <a:off x="0" y="4167738"/>
          <a:ext cx="8179951" cy="683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Fase 3 — Machine Learning (fase3.py)</a:t>
          </a:r>
        </a:p>
      </dsp:txBody>
      <dsp:txXfrm>
        <a:off x="0" y="4167738"/>
        <a:ext cx="8179951" cy="683752"/>
      </dsp:txXfrm>
    </dsp:sp>
    <dsp:sp modelId="{BCDF034F-44EA-45F2-81F5-F82C790707FA}">
      <dsp:nvSpPr>
        <dsp:cNvPr id="0" name=""/>
        <dsp:cNvSpPr/>
      </dsp:nvSpPr>
      <dsp:spPr>
        <a:xfrm rot="10800000">
          <a:off x="0" y="3126383"/>
          <a:ext cx="8179951" cy="105161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Pipeline de treino: features selecionadas (top 6) → modelo → avaliação com Accuracy, F1-Score, AUC e tempo de treino.</a:t>
          </a:r>
        </a:p>
      </dsp:txBody>
      <dsp:txXfrm rot="10800000">
        <a:off x="0" y="3126383"/>
        <a:ext cx="8179951" cy="683305"/>
      </dsp:txXfrm>
    </dsp:sp>
    <dsp:sp modelId="{1B4CB5A7-FAA3-4F15-B0AD-1829A2F826D7}">
      <dsp:nvSpPr>
        <dsp:cNvPr id="0" name=""/>
        <dsp:cNvSpPr/>
      </dsp:nvSpPr>
      <dsp:spPr>
        <a:xfrm rot="10800000">
          <a:off x="0" y="2085029"/>
          <a:ext cx="8179951" cy="105161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7 modelos treinados e comparados: Random Forest, KNN, Decision Tree, SVM, Logistic Regression, Naive Bayes e Linear Regression.</a:t>
          </a:r>
        </a:p>
      </dsp:txBody>
      <dsp:txXfrm rot="10800000">
        <a:off x="0" y="2085029"/>
        <a:ext cx="8179951" cy="683305"/>
      </dsp:txXfrm>
    </dsp:sp>
    <dsp:sp modelId="{B560E54A-5B89-4E90-A873-D7981D66B00D}">
      <dsp:nvSpPr>
        <dsp:cNvPr id="0" name=""/>
        <dsp:cNvSpPr/>
      </dsp:nvSpPr>
      <dsp:spPr>
        <a:xfrm rot="10800000">
          <a:off x="0" y="1043674"/>
          <a:ext cx="8179951" cy="105161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■ </a:t>
          </a:r>
          <a:r>
            <a:rPr lang="en-US" sz="1600" kern="1200"/>
            <a:t>Validação cruzada 5-fold estratificada aplicada a todos os modelos — garante robustez dos resultados.</a:t>
          </a:r>
        </a:p>
      </dsp:txBody>
      <dsp:txXfrm rot="10800000">
        <a:off x="0" y="1043674"/>
        <a:ext cx="8179951" cy="683305"/>
      </dsp:txXfrm>
    </dsp:sp>
    <dsp:sp modelId="{58A12213-956E-4F51-9D5F-74BBDAB79C32}">
      <dsp:nvSpPr>
        <dsp:cNvPr id="0" name=""/>
        <dsp:cNvSpPr/>
      </dsp:nvSpPr>
      <dsp:spPr>
        <a:xfrm rot="10800000">
          <a:off x="0" y="2320"/>
          <a:ext cx="8179951" cy="105161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1" kern="1200" baseline="0"/>
            <a:t>■ </a:t>
          </a:r>
          <a:r>
            <a:rPr lang="en-US" sz="1600" kern="1200"/>
            <a:t>Dataset dividido em 80% treino / 20% teste, com estratificação para manter a proporção de classes.</a:t>
          </a:r>
        </a:p>
      </dsp:txBody>
      <dsp:txXfrm rot="10800000">
        <a:off x="0" y="2320"/>
        <a:ext cx="8179951" cy="6833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703AF-8F4D-4E9F-BBBA-1F27E627CB4A}">
      <dsp:nvSpPr>
        <dsp:cNvPr id="0" name=""/>
        <dsp:cNvSpPr/>
      </dsp:nvSpPr>
      <dsp:spPr>
        <a:xfrm>
          <a:off x="0" y="65726"/>
          <a:ext cx="817995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baseline="0" dirty="0"/>
            <a:t>■ </a:t>
          </a:r>
          <a:r>
            <a:rPr lang="en-US" sz="1200" b="1" kern="1200" dirty="0"/>
            <a:t>Random Forest </a:t>
          </a:r>
          <a:r>
            <a:rPr lang="en-US" sz="1200" b="1" kern="1200" dirty="0" err="1"/>
            <a:t>obteve</a:t>
          </a:r>
          <a:r>
            <a:rPr lang="en-US" sz="1200" b="1" kern="1200" dirty="0"/>
            <a:t> o </a:t>
          </a:r>
          <a:r>
            <a:rPr lang="en-US" sz="1200" b="1" kern="1200" dirty="0" err="1"/>
            <a:t>melhor</a:t>
          </a:r>
          <a:r>
            <a:rPr lang="en-US" sz="1200" b="1" kern="1200" dirty="0"/>
            <a:t> </a:t>
          </a:r>
          <a:r>
            <a:rPr lang="en-US" sz="1200" b="1" kern="1200" dirty="0" err="1"/>
            <a:t>desempenho</a:t>
          </a:r>
          <a:r>
            <a:rPr lang="en-US" sz="1200" b="1" kern="1200" dirty="0"/>
            <a:t> global:</a:t>
          </a:r>
          <a:r>
            <a:rPr lang="en-US" sz="1200" kern="1200" dirty="0"/>
            <a:t> Accuracy de </a:t>
          </a:r>
          <a:r>
            <a:rPr lang="en-US" sz="1200" b="1" kern="1200" dirty="0"/>
            <a:t>99,5%</a:t>
          </a:r>
          <a:r>
            <a:rPr lang="en-US" sz="1200" kern="1200" dirty="0"/>
            <a:t>, </a:t>
          </a:r>
          <a:r>
            <a:rPr lang="en-US" sz="1200" kern="1200" dirty="0" err="1"/>
            <a:t>Validação</a:t>
          </a:r>
          <a:r>
            <a:rPr lang="en-US" sz="1200" kern="1200" dirty="0"/>
            <a:t> Cruzada (CV) de </a:t>
          </a:r>
          <a:r>
            <a:rPr lang="en-US" sz="1200" b="1" kern="1200" dirty="0"/>
            <a:t>99,7%</a:t>
          </a:r>
          <a:r>
            <a:rPr lang="en-US" sz="1200" kern="1200" dirty="0"/>
            <a:t>, F1-Score de </a:t>
          </a:r>
          <a:r>
            <a:rPr lang="en-US" sz="1200" b="1" kern="1200" dirty="0"/>
            <a:t>99,5%</a:t>
          </a:r>
          <a:r>
            <a:rPr lang="en-US" sz="1200" kern="1200" dirty="0"/>
            <a:t> e um AUC </a:t>
          </a:r>
          <a:r>
            <a:rPr lang="en-US" sz="1200" kern="1200" dirty="0" err="1"/>
            <a:t>quase</a:t>
          </a:r>
          <a:r>
            <a:rPr lang="en-US" sz="1200" kern="1200" dirty="0"/>
            <a:t> </a:t>
          </a:r>
          <a:r>
            <a:rPr lang="en-US" sz="1200" kern="1200" dirty="0" err="1"/>
            <a:t>perfeito</a:t>
          </a:r>
          <a:r>
            <a:rPr lang="en-US" sz="1200" kern="1200" dirty="0"/>
            <a:t> de </a:t>
          </a:r>
          <a:r>
            <a:rPr lang="en-US" sz="1200" b="1" kern="1200" dirty="0"/>
            <a:t>0,999</a:t>
          </a:r>
          <a:r>
            <a:rPr lang="en-US" sz="1200" kern="1200" dirty="0"/>
            <a:t>.</a:t>
          </a:r>
        </a:p>
      </dsp:txBody>
      <dsp:txXfrm>
        <a:off x="23303" y="89029"/>
        <a:ext cx="8133345" cy="430753"/>
      </dsp:txXfrm>
    </dsp:sp>
    <dsp:sp modelId="{E80F2D43-90BD-4DF3-A791-EDC7191A2630}">
      <dsp:nvSpPr>
        <dsp:cNvPr id="0" name=""/>
        <dsp:cNvSpPr/>
      </dsp:nvSpPr>
      <dsp:spPr>
        <a:xfrm>
          <a:off x="0" y="577646"/>
          <a:ext cx="817995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/>
            <a:t>■ </a:t>
          </a:r>
          <a:r>
            <a:rPr lang="en-US" sz="1200" b="1" kern="1200" dirty="0" err="1"/>
            <a:t>Modelos</a:t>
          </a:r>
          <a:r>
            <a:rPr lang="en-US" sz="1200" b="1" kern="1200" dirty="0"/>
            <a:t> </a:t>
          </a:r>
          <a:r>
            <a:rPr lang="en-US" sz="1200" b="1" kern="1200" dirty="0" err="1"/>
            <a:t>Não-Lineares</a:t>
          </a:r>
          <a:r>
            <a:rPr lang="en-US" sz="1200" b="1" kern="1200" dirty="0"/>
            <a:t> (KNN e Decision Tree):</a:t>
          </a:r>
          <a:r>
            <a:rPr lang="en-US" sz="1200" kern="1200" dirty="0"/>
            <a:t> </a:t>
          </a:r>
          <a:r>
            <a:rPr lang="en-US" sz="1200" kern="1200" dirty="0" err="1"/>
            <a:t>Apresentam</a:t>
          </a:r>
          <a:r>
            <a:rPr lang="en-US" sz="1200" kern="1200" dirty="0"/>
            <a:t> </a:t>
          </a:r>
          <a:r>
            <a:rPr lang="en-US" sz="1200" kern="1200" dirty="0" err="1"/>
            <a:t>resultados</a:t>
          </a:r>
          <a:r>
            <a:rPr lang="en-US" sz="1200" kern="1200" dirty="0"/>
            <a:t> </a:t>
          </a:r>
          <a:r>
            <a:rPr lang="en-US" sz="1200" kern="1200" dirty="0" err="1"/>
            <a:t>extremamente</a:t>
          </a:r>
          <a:r>
            <a:rPr lang="en-US" sz="1200" kern="1200" dirty="0"/>
            <a:t> </a:t>
          </a:r>
          <a:r>
            <a:rPr lang="en-US" sz="1200" kern="1200" dirty="0" err="1"/>
            <a:t>elevados</a:t>
          </a:r>
          <a:r>
            <a:rPr lang="en-US" sz="1200" kern="1200" dirty="0"/>
            <a:t>, ambos </a:t>
          </a:r>
          <a:r>
            <a:rPr lang="en-US" sz="1200" kern="1200" dirty="0" err="1"/>
            <a:t>acima</a:t>
          </a:r>
          <a:r>
            <a:rPr lang="en-US" sz="1200" kern="1200" dirty="0"/>
            <a:t> de </a:t>
          </a:r>
          <a:r>
            <a:rPr lang="en-US" sz="1200" b="1" kern="1200" dirty="0"/>
            <a:t>99%</a:t>
          </a:r>
          <a:r>
            <a:rPr lang="en-US" sz="1200" kern="1200" dirty="0"/>
            <a:t> </a:t>
          </a:r>
          <a:r>
            <a:rPr lang="en-US" sz="1200" kern="1200" dirty="0" err="1"/>
            <a:t>em</a:t>
          </a:r>
          <a:r>
            <a:rPr lang="en-US" sz="1200" kern="1200" dirty="0"/>
            <a:t> </a:t>
          </a:r>
          <a:r>
            <a:rPr lang="en-US" sz="1200" kern="1200" dirty="0" err="1"/>
            <a:t>todas</a:t>
          </a:r>
          <a:r>
            <a:rPr lang="en-US" sz="1200" kern="1200" dirty="0"/>
            <a:t> as </a:t>
          </a:r>
          <a:r>
            <a:rPr lang="en-US" sz="1200" kern="1200" dirty="0" err="1"/>
            <a:t>métricas</a:t>
          </a:r>
          <a:r>
            <a:rPr lang="en-US" sz="1200" kern="1200" dirty="0"/>
            <a:t>, </a:t>
          </a:r>
          <a:r>
            <a:rPr lang="en-US" sz="1200" kern="1200" dirty="0" err="1"/>
            <a:t>confirmando</a:t>
          </a:r>
          <a:r>
            <a:rPr lang="en-US" sz="1200" kern="1200" dirty="0"/>
            <a:t> a </a:t>
          </a:r>
          <a:r>
            <a:rPr lang="en-US" sz="1200" kern="1200" dirty="0" err="1"/>
            <a:t>eficácia</a:t>
          </a:r>
          <a:r>
            <a:rPr lang="en-US" sz="1200" kern="1200" dirty="0"/>
            <a:t> </a:t>
          </a:r>
          <a:r>
            <a:rPr lang="en-US" sz="1200" kern="1200" dirty="0" err="1"/>
            <a:t>em</a:t>
          </a:r>
          <a:r>
            <a:rPr lang="en-US" sz="1200" kern="1200" dirty="0"/>
            <a:t> </a:t>
          </a:r>
          <a:r>
            <a:rPr lang="en-US" sz="1200" kern="1200" dirty="0" err="1"/>
            <a:t>capturar</a:t>
          </a:r>
          <a:r>
            <a:rPr lang="en-US" sz="1200" kern="1200" dirty="0"/>
            <a:t> </a:t>
          </a:r>
          <a:r>
            <a:rPr lang="en-US" sz="1200" kern="1200" dirty="0" err="1"/>
            <a:t>padrões</a:t>
          </a:r>
          <a:r>
            <a:rPr lang="en-US" sz="1200" kern="1200" dirty="0"/>
            <a:t> </a:t>
          </a:r>
          <a:r>
            <a:rPr lang="en-US" sz="1200" kern="1200" dirty="0" err="1"/>
            <a:t>complexos</a:t>
          </a:r>
          <a:r>
            <a:rPr lang="en-US" sz="1200" kern="1200" dirty="0"/>
            <a:t>. </a:t>
          </a:r>
        </a:p>
      </dsp:txBody>
      <dsp:txXfrm>
        <a:off x="23303" y="600949"/>
        <a:ext cx="8133345" cy="430753"/>
      </dsp:txXfrm>
    </dsp:sp>
    <dsp:sp modelId="{9C96AE26-784A-4F25-BC78-404358600A1F}">
      <dsp:nvSpPr>
        <dsp:cNvPr id="0" name=""/>
        <dsp:cNvSpPr/>
      </dsp:nvSpPr>
      <dsp:spPr>
        <a:xfrm>
          <a:off x="0" y="1089566"/>
          <a:ext cx="817995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/>
            <a:t>■ </a:t>
          </a:r>
          <a:r>
            <a:rPr lang="en-US" sz="1200" b="1" kern="1200" dirty="0" err="1"/>
            <a:t>Modelos</a:t>
          </a:r>
          <a:r>
            <a:rPr lang="en-US" sz="1200" b="1" kern="1200" dirty="0"/>
            <a:t> com </a:t>
          </a:r>
          <a:r>
            <a:rPr lang="en-US" sz="1200" b="1" kern="1200" dirty="0" err="1"/>
            <a:t>maior</a:t>
          </a:r>
          <a:r>
            <a:rPr lang="en-US" sz="1200" b="1" kern="1200" dirty="0"/>
            <a:t> </a:t>
          </a:r>
          <a:r>
            <a:rPr lang="en-US" sz="1200" b="1" kern="1200" dirty="0" err="1"/>
            <a:t>dificuldade</a:t>
          </a:r>
          <a:r>
            <a:rPr lang="en-US" sz="1200" b="1" kern="1200" dirty="0"/>
            <a:t>:</a:t>
          </a:r>
          <a:r>
            <a:rPr lang="en-US" sz="1200" kern="1200" dirty="0"/>
            <a:t> Naive Bayes e Linear Regression </a:t>
          </a:r>
          <a:r>
            <a:rPr lang="en-US" sz="1200" kern="1200" dirty="0" err="1"/>
            <a:t>apresentam</a:t>
          </a:r>
          <a:r>
            <a:rPr lang="en-US" sz="1200" kern="1200" dirty="0"/>
            <a:t> o </a:t>
          </a:r>
          <a:r>
            <a:rPr lang="en-US" sz="1200" kern="1200" dirty="0" err="1"/>
            <a:t>desempenho</a:t>
          </a:r>
          <a:r>
            <a:rPr lang="en-US" sz="1200" kern="1200" dirty="0"/>
            <a:t> </a:t>
          </a:r>
          <a:r>
            <a:rPr lang="en-US" sz="1200" kern="1200" dirty="0" err="1"/>
            <a:t>mais</a:t>
          </a:r>
          <a:r>
            <a:rPr lang="en-US" sz="1200" kern="1200" dirty="0"/>
            <a:t> </a:t>
          </a:r>
          <a:r>
            <a:rPr lang="en-US" sz="1200" kern="1200" dirty="0" err="1"/>
            <a:t>baixo</a:t>
          </a:r>
          <a:r>
            <a:rPr lang="en-US" sz="1200" kern="1200" dirty="0"/>
            <a:t> (~</a:t>
          </a:r>
          <a:r>
            <a:rPr lang="en-US" sz="1200" b="1" kern="1200" dirty="0"/>
            <a:t>92-93</a:t>
          </a:r>
          <a:r>
            <a:rPr lang="en-US" sz="1200" kern="1200" dirty="0"/>
            <a:t>%), com um volume </a:t>
          </a:r>
          <a:r>
            <a:rPr lang="en-US" sz="1200" kern="1200" dirty="0" err="1"/>
            <a:t>significativamente</a:t>
          </a:r>
          <a:r>
            <a:rPr lang="en-US" sz="1200" kern="1200" dirty="0"/>
            <a:t> </a:t>
          </a:r>
          <a:r>
            <a:rPr lang="en-US" sz="1200" kern="1200" dirty="0" err="1"/>
            <a:t>maior</a:t>
          </a:r>
          <a:r>
            <a:rPr lang="en-US" sz="1200" kern="1200" dirty="0"/>
            <a:t> de </a:t>
          </a:r>
          <a:r>
            <a:rPr lang="en-US" sz="1200" b="1" kern="1200" dirty="0" err="1"/>
            <a:t>Falsos</a:t>
          </a:r>
          <a:r>
            <a:rPr lang="en-US" sz="1200" b="1" kern="1200" dirty="0"/>
            <a:t> </a:t>
          </a:r>
          <a:r>
            <a:rPr lang="en-US" sz="1200" b="1" kern="1200" dirty="0" err="1"/>
            <a:t>Negativos</a:t>
          </a:r>
          <a:r>
            <a:rPr lang="en-US" sz="1200" kern="1200" dirty="0"/>
            <a:t> (</a:t>
          </a:r>
          <a:r>
            <a:rPr lang="en-US" sz="1200" kern="1200" dirty="0" err="1"/>
            <a:t>amostras</a:t>
          </a:r>
          <a:r>
            <a:rPr lang="en-US" sz="1200" kern="1200" dirty="0"/>
            <a:t> de phishing </a:t>
          </a:r>
          <a:r>
            <a:rPr lang="en-US" sz="1200" kern="1200" dirty="0" err="1"/>
            <a:t>ignoradas</a:t>
          </a:r>
          <a:r>
            <a:rPr lang="en-US" sz="1200" kern="1200" dirty="0"/>
            <a:t>). </a:t>
          </a:r>
        </a:p>
      </dsp:txBody>
      <dsp:txXfrm>
        <a:off x="23303" y="1112869"/>
        <a:ext cx="8133345" cy="430753"/>
      </dsp:txXfrm>
    </dsp:sp>
    <dsp:sp modelId="{6913A5D6-C3E0-4217-831C-197BFCBA6604}">
      <dsp:nvSpPr>
        <dsp:cNvPr id="0" name=""/>
        <dsp:cNvSpPr/>
      </dsp:nvSpPr>
      <dsp:spPr>
        <a:xfrm>
          <a:off x="0" y="1601486"/>
          <a:ext cx="817995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/>
            <a:t>■ </a:t>
          </a:r>
          <a:r>
            <a:rPr lang="en-US" sz="1200" b="1" kern="1200" dirty="0"/>
            <a:t>Consistência das Features:</a:t>
          </a:r>
          <a:r>
            <a:rPr lang="en-US" sz="1200" kern="1200" dirty="0"/>
            <a:t> O facto de todos os modelos superarem </a:t>
          </a:r>
          <a:r>
            <a:rPr lang="en-US" sz="1200" b="1" kern="1200" dirty="0"/>
            <a:t>92%</a:t>
          </a:r>
          <a:r>
            <a:rPr lang="en-US" sz="1200" kern="1200" dirty="0"/>
            <a:t> de precisão valida a robustez do pré-processamento e da seleção de atributos realizada na Fase 2.</a:t>
          </a:r>
        </a:p>
      </dsp:txBody>
      <dsp:txXfrm>
        <a:off x="23303" y="1624789"/>
        <a:ext cx="8133345" cy="430753"/>
      </dsp:txXfrm>
    </dsp:sp>
    <dsp:sp modelId="{D4914ECD-8D14-4AA3-A4BD-7C66C01D2D09}">
      <dsp:nvSpPr>
        <dsp:cNvPr id="0" name=""/>
        <dsp:cNvSpPr/>
      </dsp:nvSpPr>
      <dsp:spPr>
        <a:xfrm>
          <a:off x="0" y="2113406"/>
          <a:ext cx="8179951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Fase 3 — Machine Learning (fase3.py)</a:t>
          </a:r>
        </a:p>
      </dsp:txBody>
      <dsp:txXfrm>
        <a:off x="23303" y="2136709"/>
        <a:ext cx="8133345" cy="4307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83A7B-1B8C-4E9A-8D1B-246A7BCB45DE}">
      <dsp:nvSpPr>
        <dsp:cNvPr id="0" name=""/>
        <dsp:cNvSpPr/>
      </dsp:nvSpPr>
      <dsp:spPr>
        <a:xfrm>
          <a:off x="0" y="246"/>
          <a:ext cx="8179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D7729-BE51-4DE3-A817-B0C3BD106FCD}">
      <dsp:nvSpPr>
        <dsp:cNvPr id="0" name=""/>
        <dsp:cNvSpPr/>
      </dsp:nvSpPr>
      <dsp:spPr>
        <a:xfrm>
          <a:off x="0" y="246"/>
          <a:ext cx="8179951" cy="40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1" kern="1200" baseline="0"/>
            <a:t>■ </a:t>
          </a:r>
          <a:r>
            <a:rPr lang="en-US" sz="1100" kern="1200"/>
            <a:t>Random Forest: apenas 5 falsos positivos e 14 falsos negativos em 4.000 amostras de teste — o mais preciso.</a:t>
          </a:r>
        </a:p>
      </dsp:txBody>
      <dsp:txXfrm>
        <a:off x="0" y="246"/>
        <a:ext cx="8179951" cy="403105"/>
      </dsp:txXfrm>
    </dsp:sp>
    <dsp:sp modelId="{1B4A8927-92FC-4491-BFBF-7286A7496BB6}">
      <dsp:nvSpPr>
        <dsp:cNvPr id="0" name=""/>
        <dsp:cNvSpPr/>
      </dsp:nvSpPr>
      <dsp:spPr>
        <a:xfrm>
          <a:off x="0" y="403351"/>
          <a:ext cx="8179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4C09F-4F50-4F65-838B-C41C750965C3}">
      <dsp:nvSpPr>
        <dsp:cNvPr id="0" name=""/>
        <dsp:cNvSpPr/>
      </dsp:nvSpPr>
      <dsp:spPr>
        <a:xfrm>
          <a:off x="0" y="403351"/>
          <a:ext cx="8179951" cy="40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■ </a:t>
          </a:r>
          <a:r>
            <a:rPr lang="en-US" sz="1100" kern="1200"/>
            <a:t>KNN e Decision Tree com erros igualmente reduzidos — menos de 20 classificações incorretas por classe.</a:t>
          </a:r>
        </a:p>
      </dsp:txBody>
      <dsp:txXfrm>
        <a:off x="0" y="403351"/>
        <a:ext cx="8179951" cy="403105"/>
      </dsp:txXfrm>
    </dsp:sp>
    <dsp:sp modelId="{189C46C4-D3E6-4F76-8572-0B53AA797C6D}">
      <dsp:nvSpPr>
        <dsp:cNvPr id="0" name=""/>
        <dsp:cNvSpPr/>
      </dsp:nvSpPr>
      <dsp:spPr>
        <a:xfrm>
          <a:off x="0" y="806456"/>
          <a:ext cx="8179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267E2-3AE8-4980-B713-2C60FD0318C9}">
      <dsp:nvSpPr>
        <dsp:cNvPr id="0" name=""/>
        <dsp:cNvSpPr/>
      </dsp:nvSpPr>
      <dsp:spPr>
        <a:xfrm>
          <a:off x="0" y="806456"/>
          <a:ext cx="8179951" cy="40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■ </a:t>
          </a:r>
          <a:r>
            <a:rPr lang="en-US" sz="1100" kern="1200"/>
            <a:t>Naive Bayes e Linear Regression com 268 e 281 falsos negativos respetivamente — phishing classificado como legítimo, o erro mais crítico em cibersegurança.</a:t>
          </a:r>
        </a:p>
      </dsp:txBody>
      <dsp:txXfrm>
        <a:off x="0" y="806456"/>
        <a:ext cx="8179951" cy="403105"/>
      </dsp:txXfrm>
    </dsp:sp>
    <dsp:sp modelId="{0251AE63-2D0F-4867-89C1-65B9D2D1DEBA}">
      <dsp:nvSpPr>
        <dsp:cNvPr id="0" name=""/>
        <dsp:cNvSpPr/>
      </dsp:nvSpPr>
      <dsp:spPr>
        <a:xfrm>
          <a:off x="0" y="1209562"/>
          <a:ext cx="8179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B8B26-C77D-4A98-BFB7-82C8AAF33090}">
      <dsp:nvSpPr>
        <dsp:cNvPr id="0" name=""/>
        <dsp:cNvSpPr/>
      </dsp:nvSpPr>
      <dsp:spPr>
        <a:xfrm>
          <a:off x="0" y="1209562"/>
          <a:ext cx="8179951" cy="40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i="1" kern="1200"/>
            <a:t>■ </a:t>
          </a:r>
          <a:r>
            <a:rPr lang="en-US" sz="1100" kern="1200"/>
            <a:t>Falsos negativos são mais perigosos que falsos positivos neste contexto — um PDF de phishing não detetado representa risco real.</a:t>
          </a:r>
        </a:p>
      </dsp:txBody>
      <dsp:txXfrm>
        <a:off x="0" y="1209562"/>
        <a:ext cx="8179951" cy="403105"/>
      </dsp:txXfrm>
    </dsp:sp>
    <dsp:sp modelId="{922C198F-2AEB-4A49-87DC-29A29E365EC7}">
      <dsp:nvSpPr>
        <dsp:cNvPr id="0" name=""/>
        <dsp:cNvSpPr/>
      </dsp:nvSpPr>
      <dsp:spPr>
        <a:xfrm>
          <a:off x="0" y="1612667"/>
          <a:ext cx="817995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24702-AF79-4BC4-8BEF-98FF773F5599}">
      <dsp:nvSpPr>
        <dsp:cNvPr id="0" name=""/>
        <dsp:cNvSpPr/>
      </dsp:nvSpPr>
      <dsp:spPr>
        <a:xfrm>
          <a:off x="0" y="1612667"/>
          <a:ext cx="8179951" cy="40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Fase 3 — Machine Learning (fase3.py)</a:t>
          </a:r>
        </a:p>
      </dsp:txBody>
      <dsp:txXfrm>
        <a:off x="0" y="1612667"/>
        <a:ext cx="8179951" cy="40310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1DA34-9644-4616-86FA-1C2063BD24BB}">
      <dsp:nvSpPr>
        <dsp:cNvPr id="0" name=""/>
        <dsp:cNvSpPr/>
      </dsp:nvSpPr>
      <dsp:spPr>
        <a:xfrm>
          <a:off x="0" y="219339"/>
          <a:ext cx="8179951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baseline="0"/>
            <a:t>■ </a:t>
          </a:r>
          <a:r>
            <a:rPr lang="en-US" sz="1200" kern="1200"/>
            <a:t>Random Forest com AUC 0,999 — curva praticamente perfeita, separação quase total entre classes.</a:t>
          </a:r>
        </a:p>
      </dsp:txBody>
      <dsp:txXfrm>
        <a:off x="14050" y="233389"/>
        <a:ext cx="8151851" cy="259719"/>
      </dsp:txXfrm>
    </dsp:sp>
    <dsp:sp modelId="{5C91F64A-E566-4331-9A15-57F26EF0E9CD}">
      <dsp:nvSpPr>
        <dsp:cNvPr id="0" name=""/>
        <dsp:cNvSpPr/>
      </dsp:nvSpPr>
      <dsp:spPr>
        <a:xfrm>
          <a:off x="0" y="541719"/>
          <a:ext cx="8179951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Todos os modelos com AUC acima de 0,98 — confirma capacidade discriminativa elevada mesmo nos modelos mais simples.</a:t>
          </a:r>
        </a:p>
      </dsp:txBody>
      <dsp:txXfrm>
        <a:off x="14050" y="555769"/>
        <a:ext cx="8151851" cy="259719"/>
      </dsp:txXfrm>
    </dsp:sp>
    <dsp:sp modelId="{218A2306-9CFB-4F39-99A0-72C0F1FDC98A}">
      <dsp:nvSpPr>
        <dsp:cNvPr id="0" name=""/>
        <dsp:cNvSpPr/>
      </dsp:nvSpPr>
      <dsp:spPr>
        <a:xfrm>
          <a:off x="0" y="864099"/>
          <a:ext cx="8179951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Árvore de Decisão: primeira divisão feita por text_length — confirma que é a feature mais determinante na classificação.</a:t>
          </a:r>
        </a:p>
      </dsp:txBody>
      <dsp:txXfrm>
        <a:off x="14050" y="878149"/>
        <a:ext cx="8151851" cy="259719"/>
      </dsp:txXfrm>
    </dsp:sp>
    <dsp:sp modelId="{496DEA9E-CAC5-496E-A88E-25360E16D38C}">
      <dsp:nvSpPr>
        <dsp:cNvPr id="0" name=""/>
        <dsp:cNvSpPr/>
      </dsp:nvSpPr>
      <dsp:spPr>
        <a:xfrm>
          <a:off x="0" y="1186479"/>
          <a:ext cx="8179951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Ramos azuis indicam phishing, laranjas indicam legítimo — separação clara já nas primeiras 2-3 camadas da árvore.</a:t>
          </a:r>
        </a:p>
      </dsp:txBody>
      <dsp:txXfrm>
        <a:off x="14050" y="1200529"/>
        <a:ext cx="8151851" cy="259719"/>
      </dsp:txXfrm>
    </dsp:sp>
    <dsp:sp modelId="{17A60DD2-56C8-45B6-B57B-2A5BFD0DB9C2}">
      <dsp:nvSpPr>
        <dsp:cNvPr id="0" name=""/>
        <dsp:cNvSpPr/>
      </dsp:nvSpPr>
      <dsp:spPr>
        <a:xfrm>
          <a:off x="0" y="1508859"/>
          <a:ext cx="8179951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Fase 3 — Machine Learning (fase3.py)</a:t>
          </a:r>
        </a:p>
      </dsp:txBody>
      <dsp:txXfrm>
        <a:off x="14050" y="1522909"/>
        <a:ext cx="8151851" cy="2597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01EBE-4DDA-4888-85CC-21FB30C3984D}">
      <dsp:nvSpPr>
        <dsp:cNvPr id="0" name=""/>
        <dsp:cNvSpPr/>
      </dsp:nvSpPr>
      <dsp:spPr>
        <a:xfrm>
          <a:off x="0" y="15064"/>
          <a:ext cx="8190734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baseline="0"/>
            <a:t>■ </a:t>
          </a:r>
          <a:r>
            <a:rPr lang="en-US" sz="1200" kern="1200"/>
            <a:t>Caso A (Legítimo): text_length=50.000, metadata_size=250, title_chars=35, file_size=800KB → todos os modelos classificaram corretamente como LEGÍTIMO.</a:t>
          </a:r>
        </a:p>
      </dsp:txBody>
      <dsp:txXfrm>
        <a:off x="23303" y="38367"/>
        <a:ext cx="8144128" cy="430753"/>
      </dsp:txXfrm>
    </dsp:sp>
    <dsp:sp modelId="{949498CA-DE5F-4D74-96A2-05E9D622CE5C}">
      <dsp:nvSpPr>
        <dsp:cNvPr id="0" name=""/>
        <dsp:cNvSpPr/>
      </dsp:nvSpPr>
      <dsp:spPr>
        <a:xfrm>
          <a:off x="0" y="526984"/>
          <a:ext cx="8190734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Caso B (Phishing): text_length=0, metadata_size=0, title_chars=0, file_size=15KB → todos os modelos classificaram corretamente como PHISHING.</a:t>
          </a:r>
        </a:p>
      </dsp:txBody>
      <dsp:txXfrm>
        <a:off x="23303" y="550287"/>
        <a:ext cx="8144128" cy="430753"/>
      </dsp:txXfrm>
    </dsp:sp>
    <dsp:sp modelId="{624AEE8F-F98E-4E58-9490-678F47E81266}">
      <dsp:nvSpPr>
        <dsp:cNvPr id="0" name=""/>
        <dsp:cNvSpPr/>
      </dsp:nvSpPr>
      <dsp:spPr>
        <a:xfrm>
          <a:off x="0" y="1038904"/>
          <a:ext cx="8190734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Caso C (Ambíguo): valores intermédios → todos os modelos classificaram como LEGÍTIMO — consenso total mesmo em caso de fronteira.</a:t>
          </a:r>
        </a:p>
      </dsp:txBody>
      <dsp:txXfrm>
        <a:off x="23303" y="1062207"/>
        <a:ext cx="8144128" cy="430753"/>
      </dsp:txXfrm>
    </dsp:sp>
    <dsp:sp modelId="{79DCB2DE-04D3-4F7F-A18D-5883C2C54B94}">
      <dsp:nvSpPr>
        <dsp:cNvPr id="0" name=""/>
        <dsp:cNvSpPr/>
      </dsp:nvSpPr>
      <dsp:spPr>
        <a:xfrm>
          <a:off x="0" y="1550824"/>
          <a:ext cx="8190734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■ </a:t>
          </a:r>
          <a:r>
            <a:rPr lang="en-US" sz="1200" kern="1200"/>
            <a:t>Pipeline de simulação: valores reais → log1p → RobustScaler → predição. Reproduz exatamente o processo de treino.</a:t>
          </a:r>
        </a:p>
      </dsp:txBody>
      <dsp:txXfrm>
        <a:off x="23303" y="1574127"/>
        <a:ext cx="8144128" cy="430753"/>
      </dsp:txXfrm>
    </dsp:sp>
    <dsp:sp modelId="{790243FA-9F43-464E-9986-2CA6F7754D58}">
      <dsp:nvSpPr>
        <dsp:cNvPr id="0" name=""/>
        <dsp:cNvSpPr/>
      </dsp:nvSpPr>
      <dsp:spPr>
        <a:xfrm>
          <a:off x="0" y="2062744"/>
          <a:ext cx="8190734" cy="477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Fase 4 — Simulação (fase4.py)</a:t>
          </a:r>
        </a:p>
      </dsp:txBody>
      <dsp:txXfrm>
        <a:off x="23303" y="2086047"/>
        <a:ext cx="8144128" cy="43075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0B6FC-F15A-4838-9136-BC475C81F7F2}">
      <dsp:nvSpPr>
        <dsp:cNvPr id="0" name=""/>
        <dsp:cNvSpPr/>
      </dsp:nvSpPr>
      <dsp:spPr>
        <a:xfrm>
          <a:off x="0" y="3907"/>
          <a:ext cx="8179951" cy="8322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B689F-9CDD-4AB0-9D3F-EF8CB40D2FEE}">
      <dsp:nvSpPr>
        <dsp:cNvPr id="0" name=""/>
        <dsp:cNvSpPr/>
      </dsp:nvSpPr>
      <dsp:spPr>
        <a:xfrm>
          <a:off x="251770" y="191174"/>
          <a:ext cx="457764" cy="45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8140A-7EFD-4E05-93BF-59B892A9C2B4}">
      <dsp:nvSpPr>
        <dsp:cNvPr id="0" name=""/>
        <dsp:cNvSpPr/>
      </dsp:nvSpPr>
      <dsp:spPr>
        <a:xfrm>
          <a:off x="961306" y="3907"/>
          <a:ext cx="7218644" cy="83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85" tIns="88085" rIns="88085" bIns="880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baseline="0"/>
            <a:t>■ </a:t>
          </a:r>
          <a:r>
            <a:rPr lang="en-US" sz="1800" kern="1200"/>
            <a:t>O dataset CIC-Trap4Phish 2025 permitiu construir um pipeline completo de deteção de phishing em PDFs — da análise exploratória à simulação real.</a:t>
          </a:r>
        </a:p>
      </dsp:txBody>
      <dsp:txXfrm>
        <a:off x="961306" y="3907"/>
        <a:ext cx="7218644" cy="832299"/>
      </dsp:txXfrm>
    </dsp:sp>
    <dsp:sp modelId="{394AA375-2A68-4201-80BC-B9A7DE4E7152}">
      <dsp:nvSpPr>
        <dsp:cNvPr id="0" name=""/>
        <dsp:cNvSpPr/>
      </dsp:nvSpPr>
      <dsp:spPr>
        <a:xfrm>
          <a:off x="0" y="1044282"/>
          <a:ext cx="8179951" cy="8322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BE8A4-9E1D-4189-87A3-CB10552614CA}">
      <dsp:nvSpPr>
        <dsp:cNvPr id="0" name=""/>
        <dsp:cNvSpPr/>
      </dsp:nvSpPr>
      <dsp:spPr>
        <a:xfrm>
          <a:off x="251770" y="1231549"/>
          <a:ext cx="457764" cy="45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4CC7D-8F49-4A2D-87CD-2913AF174525}">
      <dsp:nvSpPr>
        <dsp:cNvPr id="0" name=""/>
        <dsp:cNvSpPr/>
      </dsp:nvSpPr>
      <dsp:spPr>
        <a:xfrm>
          <a:off x="961306" y="1044282"/>
          <a:ext cx="7218644" cy="83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85" tIns="88085" rIns="88085" bIns="880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■ </a:t>
          </a:r>
          <a:r>
            <a:rPr lang="en-US" sz="1800" kern="1200"/>
            <a:t>O pré-processamento foi determinante: clipagem, log1p e RobustScaler eliminaram o impacto de outliers extremos e skewness severa.</a:t>
          </a:r>
        </a:p>
      </dsp:txBody>
      <dsp:txXfrm>
        <a:off x="961306" y="1044282"/>
        <a:ext cx="7218644" cy="832299"/>
      </dsp:txXfrm>
    </dsp:sp>
    <dsp:sp modelId="{EAE512E3-CC95-43F5-B788-674D1DCC829D}">
      <dsp:nvSpPr>
        <dsp:cNvPr id="0" name=""/>
        <dsp:cNvSpPr/>
      </dsp:nvSpPr>
      <dsp:spPr>
        <a:xfrm>
          <a:off x="0" y="2084656"/>
          <a:ext cx="8179951" cy="8322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744C0-CFA4-4471-A29F-AC4F5A5DFD3F}">
      <dsp:nvSpPr>
        <dsp:cNvPr id="0" name=""/>
        <dsp:cNvSpPr/>
      </dsp:nvSpPr>
      <dsp:spPr>
        <a:xfrm>
          <a:off x="251770" y="2271924"/>
          <a:ext cx="457764" cy="45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2B548-2DF1-4457-935A-03975EE5BC79}">
      <dsp:nvSpPr>
        <dsp:cNvPr id="0" name=""/>
        <dsp:cNvSpPr/>
      </dsp:nvSpPr>
      <dsp:spPr>
        <a:xfrm>
          <a:off x="961306" y="2084656"/>
          <a:ext cx="7218644" cy="83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85" tIns="88085" rIns="88085" bIns="880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■ </a:t>
          </a:r>
          <a:r>
            <a:rPr lang="en-US" sz="1800" kern="1200"/>
            <a:t>Random Forest destacou-se como melhor modelo: Accuracy 99,5%, AUC 0,999 — com apenas 19 erros em 4.000 amostras de teste.</a:t>
          </a:r>
        </a:p>
      </dsp:txBody>
      <dsp:txXfrm>
        <a:off x="961306" y="2084656"/>
        <a:ext cx="7218644" cy="832299"/>
      </dsp:txXfrm>
    </dsp:sp>
    <dsp:sp modelId="{CE23509E-1EA1-4A48-95F1-113C9BAB36C9}">
      <dsp:nvSpPr>
        <dsp:cNvPr id="0" name=""/>
        <dsp:cNvSpPr/>
      </dsp:nvSpPr>
      <dsp:spPr>
        <a:xfrm>
          <a:off x="0" y="3125031"/>
          <a:ext cx="8179951" cy="8322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ADEBC-D7CF-40FB-B4D9-7BEEE7BCC0FF}">
      <dsp:nvSpPr>
        <dsp:cNvPr id="0" name=""/>
        <dsp:cNvSpPr/>
      </dsp:nvSpPr>
      <dsp:spPr>
        <a:xfrm>
          <a:off x="251770" y="3312298"/>
          <a:ext cx="457764" cy="45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F4FB5-0D7F-46D9-BE50-874E26FDC4D3}">
      <dsp:nvSpPr>
        <dsp:cNvPr id="0" name=""/>
        <dsp:cNvSpPr/>
      </dsp:nvSpPr>
      <dsp:spPr>
        <a:xfrm>
          <a:off x="961306" y="3125031"/>
          <a:ext cx="7218644" cy="83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85" tIns="88085" rIns="88085" bIns="880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■ </a:t>
          </a:r>
          <a:r>
            <a:rPr lang="en-US" sz="1800" kern="1200"/>
            <a:t>text_length revelou-se a feature mais discriminativa — PDFs de phishing tendem a ter conteúdo textual nulo ou mínimo.</a:t>
          </a:r>
        </a:p>
      </dsp:txBody>
      <dsp:txXfrm>
        <a:off x="961306" y="3125031"/>
        <a:ext cx="7218644" cy="832299"/>
      </dsp:txXfrm>
    </dsp:sp>
    <dsp:sp modelId="{4993495B-056F-4E47-AF4C-E0DD5C330068}">
      <dsp:nvSpPr>
        <dsp:cNvPr id="0" name=""/>
        <dsp:cNvSpPr/>
      </dsp:nvSpPr>
      <dsp:spPr>
        <a:xfrm>
          <a:off x="0" y="4165405"/>
          <a:ext cx="8179951" cy="8322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AA051-E5B0-48DA-A345-ED69CF91F47E}">
      <dsp:nvSpPr>
        <dsp:cNvPr id="0" name=""/>
        <dsp:cNvSpPr/>
      </dsp:nvSpPr>
      <dsp:spPr>
        <a:xfrm>
          <a:off x="251770" y="4352673"/>
          <a:ext cx="457764" cy="45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CD6A3-F6A9-42D7-BDA0-910E87CB3245}">
      <dsp:nvSpPr>
        <dsp:cNvPr id="0" name=""/>
        <dsp:cNvSpPr/>
      </dsp:nvSpPr>
      <dsp:spPr>
        <a:xfrm>
          <a:off x="961306" y="4165405"/>
          <a:ext cx="7218644" cy="83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85" tIns="88085" rIns="88085" bIns="880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■ </a:t>
          </a:r>
          <a:r>
            <a:rPr lang="en-US" sz="1800" kern="1200"/>
            <a:t>A simulação com 3 casos reais confirmou a robustez do pipeline — todos os modelos concordaram nas classificações, incluindo o caso ambíguo.</a:t>
          </a:r>
        </a:p>
      </dsp:txBody>
      <dsp:txXfrm>
        <a:off x="961306" y="4165405"/>
        <a:ext cx="7218644" cy="832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03/05/2026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03/05/2026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5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655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E1B2-F1A0-21EB-4B58-11C7C261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5467BDC-C599-B1BC-E460-862D943B39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E898694-A4A0-33E0-8C9F-5A46AD32D9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28A2605-730D-AE3E-5A36-16AC115A1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414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8CF6-D9CF-8772-8CB3-1BB51505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56E5C5C-3D97-BCA8-B253-21517ED76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2AB4709-C525-9902-DCEF-D66D6176C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B9E7226-A282-3C50-EED3-88D68CC35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491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E818-4924-A60E-D4FE-8EB61D52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9B94E13-874F-BA28-FE19-E0DC314321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47795A9-CF9A-DB7D-E31E-5C5A8F998F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AF1523D-7400-FD51-FE32-CBFD534FA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80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84721-E5AD-6012-4AA4-54D7D1E9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35F70DE-7893-B96A-4424-BA6ACCB196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4283A95-B97C-B9C1-1806-4AB68A4DD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A4170F5-4A38-5ECA-9063-6A5C76C63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596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51DF0-099B-DC9B-E451-ECCA0880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3B2CD91-AADE-92B1-01A0-F47B27555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97E6EB4-1A32-92F5-E8F1-7542E89C9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2D7B107-1902-6537-64C4-EC040223B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8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AC28E-BB45-2716-C269-859C850C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5E93E26-A057-4BCA-E88D-2A843B0053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D6DC6B8-9C5A-D2E8-434D-B0E6A6DB9E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2F1E657-BBDA-1344-7D84-2935598A0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947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3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895B-9786-2F84-80EC-C770585F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F690EDF-D1C7-279C-92A1-085623EAC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48B5E3F-A846-E111-02CA-70740A246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ACACDA-84B2-52DF-67BF-31F783CA4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829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C77A-5132-D542-E003-2CEB25F92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0607EFB-C515-BD8D-44EE-1FE691C4F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2A2689C-DE16-3F5D-7B3B-F39600358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31B4559-1BE3-793F-B93F-20868B9AB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840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DA81-3885-8DBC-02AB-93B79C84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89D69E8-505F-6352-2C87-3DBF18BE2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07C7D9C-BAF8-F470-1921-3D4B9AAD19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88C460B-179D-EB66-169F-7CD64368C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226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8B97-BA1B-4492-CDDA-2333D69B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D734CB6-D458-B091-5EA9-CC7133E8F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AAA66DE-06CD-8BBE-A8B4-9943B86EE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556B84D-949F-204B-6C1C-58B41B93B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4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CDCA-A9B8-B40E-C6DC-C6BC7A8D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1AC1EE6-9280-8BA2-9C9F-50D56E21A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A712BDE-D84A-CCE4-B498-166A0CB14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922643A-F453-CF21-F4E0-83F427003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853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B653-6B49-DA69-F330-AEC6A495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7CCFA41-12E7-9BD8-6AD7-0D3F7BB51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F72C979-ACA0-F4F1-BFF5-7E02444F5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EB2DE89-C5FB-ACED-7D44-3643D51D9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681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1BAF2-BFAB-49D8-2B9A-17995403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5CAA819-AA4E-8245-8194-BFC93093A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E2EAEA3-9B8D-ADEE-7BBA-2668F54C8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3D660A8-86D1-094D-288A-9D048578A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315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32DA-DEF9-FCEC-EE06-1DA90FC2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9514247-88EB-0932-401D-AAFB8AEC77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F79D692-41D4-8D43-C522-80CF0A245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3DECC13-7BC9-5D85-8D61-793FD35AF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039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655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3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3.png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2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image" Target="../media/image3.png"/><Relationship Id="rId7" Type="http://schemas.openxmlformats.org/officeDocument/2006/relationships/diagramData" Target="../diagrams/data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3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3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image" Target="../media/image3.png"/><Relationship Id="rId7" Type="http://schemas.openxmlformats.org/officeDocument/2006/relationships/diagramData" Target="../diagrams/data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4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4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3.png"/><Relationship Id="rId7" Type="http://schemas.openxmlformats.org/officeDocument/2006/relationships/diagramData" Target="../diagrams/data5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5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5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6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6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7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7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12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8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8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9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9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image" Target="../media/image3.png"/><Relationship Id="rId7" Type="http://schemas.openxmlformats.org/officeDocument/2006/relationships/diagramData" Target="../diagrams/data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10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0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12" Type="http://schemas.microsoft.com/office/2007/relationships/diagramDrawing" Target="../diagrams/drawing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1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1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12" Type="http://schemas.microsoft.com/office/2007/relationships/diagramDrawing" Target="../diagrams/drawing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2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2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microsoft.com/office/2007/relationships/diagramDrawing" Target="../diagrams/drawing13.xml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diagramColors" Target="../diagrams/colors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QuickStyle" Target="../diagrams/quickStyle13.xml"/><Relationship Id="rId5" Type="http://schemas.openxmlformats.org/officeDocument/2006/relationships/image" Target="../media/image5.png"/><Relationship Id="rId10" Type="http://schemas.openxmlformats.org/officeDocument/2006/relationships/diagramLayout" Target="../diagrams/layout13.xml"/><Relationship Id="rId4" Type="http://schemas.openxmlformats.org/officeDocument/2006/relationships/image" Target="../media/image4.png"/><Relationship Id="rId9" Type="http://schemas.openxmlformats.org/officeDocument/2006/relationships/diagramData" Target="../diagrams/data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microsoft.com/office/2007/relationships/diagramDrawing" Target="../diagrams/drawing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4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4.xml"/><Relationship Id="rId4" Type="http://schemas.openxmlformats.org/officeDocument/2006/relationships/image" Target="../media/image4.png"/><Relationship Id="rId9" Type="http://schemas.openxmlformats.org/officeDocument/2006/relationships/diagramLayout" Target="../diagrams/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image" Target="../media/image3.png"/><Relationship Id="rId7" Type="http://schemas.openxmlformats.org/officeDocument/2006/relationships/diagramData" Target="../diagrams/data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diagramDrawing" Target="../diagrams/drawing15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5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" y="0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3115184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MASTERS IN CYBERSECURITY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3733800"/>
            <a:ext cx="5143500" cy="106679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pt-PT" dirty="0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Data </a:t>
            </a:r>
            <a:r>
              <a:rPr lang="pt-PT" err="1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Analysis</a:t>
            </a:r>
            <a:r>
              <a:rPr lang="pt-PT" dirty="0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 </a:t>
            </a:r>
            <a:r>
              <a:rPr lang="pt-PT" err="1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and</a:t>
            </a:r>
            <a:r>
              <a:rPr lang="pt-PT" dirty="0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 </a:t>
            </a:r>
            <a:r>
              <a:rPr lang="pt-PT" err="1">
                <a:solidFill>
                  <a:srgbClr val="FFFF00"/>
                </a:solidFill>
                <a:latin typeface="Arial"/>
                <a:ea typeface="Arial" charset="0"/>
                <a:cs typeface="Arial"/>
              </a:rPr>
              <a:t>Cyberintelligence</a:t>
            </a:r>
            <a:endParaRPr lang="pt-PT">
              <a:solidFill>
                <a:srgbClr val="FFFF00"/>
              </a:solidFill>
              <a:latin typeface="Arial"/>
              <a:ea typeface="Arial" charset="0"/>
              <a:cs typeface="Arial"/>
            </a:endParaRPr>
          </a:p>
          <a:p>
            <a:endParaRPr lang="pt-PT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pt-PT" sz="2400">
                <a:solidFill>
                  <a:schemeClr val="bg1"/>
                </a:solidFill>
                <a:latin typeface="Arial"/>
                <a:ea typeface="Calibri"/>
                <a:cs typeface="Arial"/>
              </a:rPr>
              <a:t>Dataset CIC-Trap4Phish 2025</a:t>
            </a:r>
            <a:endParaRPr lang="pt-PT" sz="2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Master's degree in Cybersecurity | Higher School of Technology and Management| Curricular Unit: ADC| Academic Year 2025/2026</a:t>
            </a:r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and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Ricardo Santos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jribeiro@estg.ipvc.pt  rjs@estg.ipp.pt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691EC4ED-17BC-435A-9221-66A1A252A082}"/>
              </a:ext>
            </a:extLst>
          </p:cNvPr>
          <p:cNvSpPr txBox="1">
            <a:spLocks/>
          </p:cNvSpPr>
          <p:nvPr/>
        </p:nvSpPr>
        <p:spPr>
          <a:xfrm>
            <a:off x="1483178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Student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Number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–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First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and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Last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Name</a:t>
            </a:r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E-mail: 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CC873ECC-2D88-4A22-91F1-E738DF9BE5E9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98D1AFC-0FD6-4DFA-A381-805A758D4B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2AE8AC60-74C9-4824-90A3-A23A5C2A3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7A20E72-4407-4F3E-98C6-99518A20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ED8EEE7-4A6C-417E-A3EF-6BF0EA210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E33BC33-E477-4247-B106-480F5560B0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22" name="Text Box 13">
            <a:extLst>
              <a:ext uri="{FF2B5EF4-FFF2-40B4-BE49-F238E27FC236}">
                <a16:creationId xmlns:a16="http://schemas.microsoft.com/office/drawing/2014/main" id="{925191EB-6D11-478A-BEA1-595B74D29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Agenda</a:t>
            </a:r>
            <a:endParaRPr lang="pt-PT" sz="2000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4" name="Subtítulo 2">
            <a:extLst>
              <a:ext uri="{FF2B5EF4-FFF2-40B4-BE49-F238E27FC236}">
                <a16:creationId xmlns:a16="http://schemas.microsoft.com/office/drawing/2014/main" id="{393BB9DB-394F-4F3C-9D59-0609B8B8C6D0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latin typeface="Arial"/>
                <a:ea typeface="Arial" charset="0"/>
                <a:cs typeface="Arial"/>
              </a:rPr>
              <a:t>@2026, 35680–  IÚRI SOUSA | </a:t>
            </a:r>
            <a:r>
              <a:rPr lang="en-US" sz="900" b="1" dirty="0">
                <a:solidFill>
                  <a:srgbClr val="C00000"/>
                </a:solidFill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latin typeface="Arial"/>
                <a:ea typeface="Arial" charset="0"/>
                <a:cs typeface="Arial"/>
              </a:rPr>
              <a:t>– Academic Year 2025/2026</a:t>
            </a:r>
            <a:endParaRPr lang="pt-PT" sz="900" b="1" dirty="0">
              <a:latin typeface="Arial"/>
              <a:ea typeface="Arial" charset="0"/>
              <a:cs typeface="Arial"/>
            </a:endParaRPr>
          </a:p>
        </p:txBody>
      </p:sp>
      <p:graphicFrame>
        <p:nvGraphicFramePr>
          <p:cNvPr id="10257" name="Marcador de Posição de Conteúdo 2">
            <a:extLst>
              <a:ext uri="{FF2B5EF4-FFF2-40B4-BE49-F238E27FC236}">
                <a16:creationId xmlns:a16="http://schemas.microsoft.com/office/drawing/2014/main" id="{6C5690C4-F980-D552-E85D-AA694C12F98F}"/>
              </a:ext>
            </a:extLst>
          </p:cNvPr>
          <p:cNvGraphicFramePr/>
          <p:nvPr/>
        </p:nvGraphicFramePr>
        <p:xfrm>
          <a:off x="457200" y="1219200"/>
          <a:ext cx="822960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6573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98D1AFC-0FD6-4DFA-A381-805A758D4B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1F39845A-C49A-43C7-BFD9-716D56BA2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1. Introduction and Objectives</a:t>
            </a:r>
            <a:endParaRPr lang="pt-PT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A5DE796B-7DF5-6501-1D04-8ACFA1B07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65D7716-50A7-FC59-CD8F-70FA3C9D1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BBB539-2DA2-8EA9-B01E-1522F0088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DBEB73-6A05-0138-6431-2D9073E003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2A0C2D3E-8472-0AC4-626C-5753D6AC55B7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394F72A1-E7F9-849C-9EC4-3A275840A546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57" name="Content Placeholder 2">
            <a:extLst>
              <a:ext uri="{FF2B5EF4-FFF2-40B4-BE49-F238E27FC236}">
                <a16:creationId xmlns:a16="http://schemas.microsoft.com/office/drawing/2014/main" id="{9FBCCFB0-8F37-F0B8-D821-2C1C83B4A268}"/>
              </a:ext>
            </a:extLst>
          </p:cNvPr>
          <p:cNvGraphicFramePr/>
          <p:nvPr/>
        </p:nvGraphicFramePr>
        <p:xfrm>
          <a:off x="516319" y="1640271"/>
          <a:ext cx="8179949" cy="3819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0020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E187-18D9-C19F-A96F-114DDC29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1F67E8ED-13BB-9359-894D-08A7AC602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11181E4-3124-5D53-879D-F4EDE65A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01B693-D4B2-7514-3862-A3DA8947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E962154-ADEF-1181-AFC9-B3ED122428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A0156371-1C0C-D7DD-0320-0A161D9EF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2. Theoretical Concepts and Tools</a:t>
            </a:r>
            <a:endParaRPr lang="pt-PT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7998F200-8F96-0057-0C60-E80CF1A0B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9E28CE8-5ED7-E818-504D-097ACB97B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88DB00-1F49-4B60-AEC4-229266464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BE3C844-7F53-1513-60FB-FF548DB511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14EAD2E8-EE74-BB97-2E17-1A745D6523ED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0A097E1E-3389-C18F-AD67-82CB68B2CCD3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6E02B89D-4D9A-EB6E-FD57-47580191E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020875"/>
              </p:ext>
            </p:extLst>
          </p:nvPr>
        </p:nvGraphicFramePr>
        <p:xfrm>
          <a:off x="490109" y="772115"/>
          <a:ext cx="8160243" cy="4827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4" name="CaixaDeTexto 33">
            <a:extLst>
              <a:ext uri="{FF2B5EF4-FFF2-40B4-BE49-F238E27FC236}">
                <a16:creationId xmlns:a16="http://schemas.microsoft.com/office/drawing/2014/main" id="{615D2849-F8D5-48FA-4904-E700852446DF}"/>
              </a:ext>
            </a:extLst>
          </p:cNvPr>
          <p:cNvSpPr txBox="1"/>
          <p:nvPr/>
        </p:nvSpPr>
        <p:spPr>
          <a:xfrm>
            <a:off x="840308" y="5525253"/>
            <a:ext cx="6912213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000000"/>
                </a:solidFill>
                <a:latin typeface="Arial"/>
              </a:rPr>
              <a:t>Scikit-learn: https://scikit-learn.org | Imbalanced-learn: https://imbalanced-learn.org</a:t>
            </a:r>
            <a:endParaRPr lang="pt-BR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76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942E-BFEF-E712-A03F-4DA90AF1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0863F952-8907-08CC-3580-0AB9F4506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5B0849D-F9A9-7C70-61A2-5E07B8C73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4296EC-2E68-AB4C-4765-EE417162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CA4D0C1-52FF-3B40-914D-0B0B982387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BA3E4B54-4D0B-ADF7-5696-A7C0EF099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3.1. Problem Definition/Scope</a:t>
            </a:r>
            <a:endParaRPr lang="pt-PT"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1B1F2BE7-5FEA-9520-D620-0439AFCFC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9F9D51D-072B-0FC8-B9FC-34F934C27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18AAD9-F9F3-0550-5CE8-5E3A3876A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01C7C8E-AB90-AF7C-CB39-5BB4757617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27C03EDA-E1F4-229D-7AB5-4D31132BB023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AAE88477-1F3A-4416-F67D-2E120D395730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53" name="Content Placeholder 2">
            <a:extLst>
              <a:ext uri="{FF2B5EF4-FFF2-40B4-BE49-F238E27FC236}">
                <a16:creationId xmlns:a16="http://schemas.microsoft.com/office/drawing/2014/main" id="{34142AF1-0C81-2063-AA95-D534014E2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5498430"/>
              </p:ext>
            </p:extLst>
          </p:nvPr>
        </p:nvGraphicFramePr>
        <p:xfrm>
          <a:off x="309398" y="1265839"/>
          <a:ext cx="8386872" cy="432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5" name="CaixaDeTexto 44">
            <a:extLst>
              <a:ext uri="{FF2B5EF4-FFF2-40B4-BE49-F238E27FC236}">
                <a16:creationId xmlns:a16="http://schemas.microsoft.com/office/drawing/2014/main" id="{2FD85A8D-5EA8-18BD-77E8-04DAAB2B0827}"/>
              </a:ext>
            </a:extLst>
          </p:cNvPr>
          <p:cNvSpPr txBox="1"/>
          <p:nvPr/>
        </p:nvSpPr>
        <p:spPr>
          <a:xfrm>
            <a:off x="650328" y="5586905"/>
            <a:ext cx="7547741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0" i="0" u="none" strike="noStrike" baseline="0">
                <a:solidFill>
                  <a:srgbClr val="1F497D"/>
                </a:solidFill>
                <a:latin typeface="Arial"/>
              </a:rPr>
              <a:t>Dataset: CIC-Trap4Phish 2025 — https://www.unb.ca/cic/datasets/trap4phish-2025.html</a:t>
            </a: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pt-BR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72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6BEA-8E33-C464-3CF9-1FF8DA48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80DA8E37-3004-BDF7-2193-9758485AE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B4515F8-7C38-725A-DBA1-38B520276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6638EA-0134-59B7-0F1C-C4477B79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2185BF8-FF79-DA6D-7E51-55E90BA9D5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0941FA4C-5E7B-FB8F-84B5-2A5071215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3.2. Análise Exploratória de Dados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9C19FACD-44D1-B380-35B3-B9A863C32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EDA95CB-BDBA-4FBE-9A3F-D808FFF90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243DF8-FE34-BF90-DC7B-3A30BF9F2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9D3B86F-BD38-F61E-96BC-D60E4EC8BD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65037E6-76F2-23BE-B37D-214A6D3CC2F0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A46BE18A-694C-ECC9-7983-0986DCEBED2C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53" name="Content Placeholder 2">
            <a:extLst>
              <a:ext uri="{FF2B5EF4-FFF2-40B4-BE49-F238E27FC236}">
                <a16:creationId xmlns:a16="http://schemas.microsoft.com/office/drawing/2014/main" id="{C48CC0CE-F613-6AFB-6D01-A9E84325D7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0101154"/>
              </p:ext>
            </p:extLst>
          </p:nvPr>
        </p:nvGraphicFramePr>
        <p:xfrm>
          <a:off x="264354" y="83426"/>
          <a:ext cx="8432394" cy="4411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5" name="CaixaDeTexto 44">
            <a:extLst>
              <a:ext uri="{FF2B5EF4-FFF2-40B4-BE49-F238E27FC236}">
                <a16:creationId xmlns:a16="http://schemas.microsoft.com/office/drawing/2014/main" id="{6B357BFF-0B48-C1D4-96DA-09B4F752A7F2}"/>
              </a:ext>
            </a:extLst>
          </p:cNvPr>
          <p:cNvSpPr txBox="1"/>
          <p:nvPr/>
        </p:nvSpPr>
        <p:spPr>
          <a:xfrm>
            <a:off x="650328" y="5586905"/>
            <a:ext cx="38341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0" i="0" u="none" strike="noStrike" baseline="0">
                <a:solidFill>
                  <a:srgbClr val="1F497D"/>
                </a:solidFill>
                <a:latin typeface="Arial"/>
              </a:rPr>
              <a:t>Dataset: CIC-Trap4Phish 2025 — https://www.unb.ca/cic/datasets/trap4phish-2025.html</a:t>
            </a:r>
            <a:r>
              <a:rPr sz="9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pt-BR"/>
          </a:p>
          <a:p>
            <a:pPr algn="ctr"/>
            <a:endParaRPr lang="pt-BR"/>
          </a:p>
        </p:txBody>
      </p:sp>
      <p:sp>
        <p:nvSpPr>
          <p:cNvPr id="9261" name="CaixaDeTexto 9260">
            <a:extLst>
              <a:ext uri="{FF2B5EF4-FFF2-40B4-BE49-F238E27FC236}">
                <a16:creationId xmlns:a16="http://schemas.microsoft.com/office/drawing/2014/main" id="{76E67377-27C0-3B1B-1635-1E3240FA80ED}"/>
              </a:ext>
            </a:extLst>
          </p:cNvPr>
          <p:cNvSpPr txBox="1"/>
          <p:nvPr/>
        </p:nvSpPr>
        <p:spPr>
          <a:xfrm>
            <a:off x="653143" y="4070882"/>
            <a:ext cx="3535982" cy="549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000000"/>
                </a:solidFill>
                <a:latin typeface="Calibri"/>
              </a:rPr>
              <a:t>Fase 1 — Análise Exploratória (fase1_outputs/)</a:t>
            </a:r>
            <a:r>
              <a:rPr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pt-BR"/>
          </a:p>
          <a:p>
            <a:pPr algn="ctr"/>
            <a:endParaRPr lang="pt-BR"/>
          </a:p>
        </p:txBody>
      </p:sp>
      <p:pic>
        <p:nvPicPr>
          <p:cNvPr id="9266" name="Imagem 9265" descr="Histogramas das features">
            <a:extLst>
              <a:ext uri="{FF2B5EF4-FFF2-40B4-BE49-F238E27FC236}">
                <a16:creationId xmlns:a16="http://schemas.microsoft.com/office/drawing/2014/main" id="{6B4C7B83-EA25-3EB7-2110-CB0B391591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5488" y="3336280"/>
            <a:ext cx="4030805" cy="28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2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98D7-869B-F0E7-FD16-DA85764D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646835F9-9B95-5591-4046-D3117FBE7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8B46BC1-94DF-A8B1-6461-2E998DEDF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949EA91-24EC-7985-E77F-FB4721B97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0D8CD50-9F5F-6AEC-F6D7-B9C12C8E53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03C7792F-003F-6B47-2AFD-A59A6613B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3.2. Análise Exploratória de Dados</a:t>
            </a:r>
            <a:endParaRPr lang="pt-PT" sz="2000">
              <a:ea typeface="+mn-lt"/>
              <a:cs typeface="+mn-lt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0DEB3AD1-48C0-6684-4155-939D499A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0292B6E-1F8A-ED40-C1D8-E77539C37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4FC77C-3C67-4E7A-91F3-CD852C41E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D2CF1D7-1C73-EA9D-D02C-7CB6EFD6CD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1C786CF3-AF7F-9614-8966-47F3ACF64D59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11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11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11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11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8894AABD-8D98-C28D-C0DF-FA8F6067268C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71C4A24-7FEA-E8F6-1D5F-A2021A1B3B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1301" y="1713198"/>
            <a:ext cx="4264127" cy="3381035"/>
          </a:xfrm>
          <a:prstGeom prst="rect">
            <a:avLst/>
          </a:prstGeom>
        </p:spPr>
      </p:pic>
      <p:graphicFrame>
        <p:nvGraphicFramePr>
          <p:cNvPr id="10251" name="Content Placeholder 2">
            <a:extLst>
              <a:ext uri="{FF2B5EF4-FFF2-40B4-BE49-F238E27FC236}">
                <a16:creationId xmlns:a16="http://schemas.microsoft.com/office/drawing/2014/main" id="{CEA6927A-2B8A-F9BC-1A87-F2EA0870211D}"/>
              </a:ext>
            </a:extLst>
          </p:cNvPr>
          <p:cNvGraphicFramePr/>
          <p:nvPr/>
        </p:nvGraphicFramePr>
        <p:xfrm>
          <a:off x="320181" y="1715566"/>
          <a:ext cx="3814873" cy="3543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42451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3504-C08A-8FE8-CBFB-3E21780B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81D2ECCE-E08A-8A94-7D79-A35349736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C68E12B-8C4A-C8F7-E189-6814CC90E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F0F746A-B179-7369-CE63-DD23321EF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3452FAB-6DBD-3653-72BE-B05181CA94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1633029C-756C-C02F-0F9F-243F69174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3.2. Análise Exploratória de Dados</a:t>
            </a:r>
            <a:endParaRPr lang="pt-PT" sz="2000">
              <a:ea typeface="+mn-lt"/>
              <a:cs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88F2E5B-3C87-7A1D-7698-8A366C8CB6C8}"/>
              </a:ext>
            </a:extLst>
          </p:cNvPr>
          <p:cNvSpPr txBox="1">
            <a:spLocks/>
          </p:cNvSpPr>
          <p:nvPr/>
        </p:nvSpPr>
        <p:spPr>
          <a:xfrm>
            <a:off x="384879" y="2028273"/>
            <a:ext cx="3814873" cy="3543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 pitchFamily="34" charset="0"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■</a:t>
            </a:r>
            <a:r>
              <a:rPr lang="en-US" sz="1100" i="1" dirty="0">
                <a:latin typeface="Arial"/>
                <a:cs typeface="Arial"/>
              </a:rPr>
              <a:t> </a:t>
            </a:r>
            <a:r>
              <a:rPr lang="en-US" sz="1100" dirty="0" err="1">
                <a:latin typeface="Arial"/>
                <a:ea typeface="+mn-lt"/>
                <a:cs typeface="Arial"/>
              </a:rPr>
              <a:t>entropy_of_streams</a:t>
            </a:r>
            <a:r>
              <a:rPr lang="en-US" sz="1100" dirty="0">
                <a:latin typeface="Arial"/>
                <a:ea typeface="+mn-lt"/>
                <a:cs typeface="Arial"/>
              </a:rPr>
              <a:t>: PDFs </a:t>
            </a:r>
            <a:r>
              <a:rPr lang="en-US" sz="1100" dirty="0" err="1">
                <a:latin typeface="Arial"/>
                <a:ea typeface="+mn-lt"/>
                <a:cs typeface="Arial"/>
              </a:rPr>
              <a:t>legítimos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apresentam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entropia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elevada</a:t>
            </a:r>
            <a:r>
              <a:rPr lang="en-US" sz="1100" dirty="0">
                <a:latin typeface="Arial"/>
                <a:ea typeface="+mn-lt"/>
                <a:cs typeface="Arial"/>
              </a:rPr>
              <a:t> e </a:t>
            </a:r>
            <a:r>
              <a:rPr lang="en-US" sz="1100" dirty="0" err="1">
                <a:latin typeface="Arial"/>
                <a:ea typeface="+mn-lt"/>
                <a:cs typeface="Arial"/>
              </a:rPr>
              <a:t>concentrada</a:t>
            </a:r>
            <a:r>
              <a:rPr lang="en-US" sz="1100" dirty="0">
                <a:latin typeface="Arial"/>
                <a:ea typeface="+mn-lt"/>
                <a:cs typeface="Arial"/>
              </a:rPr>
              <a:t> (</a:t>
            </a:r>
            <a:r>
              <a:rPr lang="en-US" sz="1100" dirty="0" err="1">
                <a:latin typeface="Arial"/>
                <a:ea typeface="+mn-lt"/>
                <a:cs typeface="Arial"/>
              </a:rPr>
              <a:t>mediana</a:t>
            </a:r>
            <a:r>
              <a:rPr lang="en-US" sz="1100" dirty="0">
                <a:latin typeface="Arial"/>
                <a:ea typeface="+mn-lt"/>
                <a:cs typeface="Arial"/>
              </a:rPr>
              <a:t> ~6). PDFs de phishing </a:t>
            </a:r>
            <a:r>
              <a:rPr lang="en-US" sz="1100" dirty="0" err="1">
                <a:latin typeface="Arial"/>
                <a:ea typeface="+mn-lt"/>
                <a:cs typeface="Arial"/>
              </a:rPr>
              <a:t>têm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mediana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próxima</a:t>
            </a:r>
            <a:r>
              <a:rPr lang="en-US" sz="1100" dirty="0">
                <a:latin typeface="Arial"/>
                <a:ea typeface="+mn-lt"/>
                <a:cs typeface="Arial"/>
              </a:rPr>
              <a:t> de zero — streams </a:t>
            </a:r>
            <a:r>
              <a:rPr lang="en-US" sz="1100" dirty="0" err="1">
                <a:latin typeface="Arial"/>
                <a:ea typeface="+mn-lt"/>
                <a:cs typeface="Arial"/>
              </a:rPr>
              <a:t>sem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conteúdo</a:t>
            </a:r>
            <a:r>
              <a:rPr lang="en-US" sz="1100" dirty="0">
                <a:latin typeface="Arial"/>
                <a:ea typeface="+mn-lt"/>
                <a:cs typeface="Arial"/>
              </a:rPr>
              <a:t> real.</a:t>
            </a:r>
            <a:endParaRPr lang="en-US" sz="1100" i="1">
              <a:latin typeface="Arial"/>
              <a:ea typeface="+mn-lt"/>
              <a:cs typeface="Arial"/>
            </a:endParaRPr>
          </a:p>
          <a:p>
            <a:pPr marL="36195" marR="0" lvl="0" indent="0" algn="just" defTabSz="914400" rtl="0" eaLnBrk="1" fontAlgn="auto" latinLnBrk="0" hangingPunct="1">
              <a:lnSpc>
                <a:spcPct val="17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11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  <a:p>
            <a:pPr algn="just"/>
            <a:r>
              <a:rPr lang="en-US" sz="1100" i="1" dirty="0">
                <a:solidFill>
                  <a:srgbClr val="FFC000"/>
                </a:solidFill>
                <a:latin typeface="Arial"/>
                <a:ea typeface="Calibri"/>
                <a:cs typeface="Arial"/>
              </a:rPr>
              <a:t>■</a:t>
            </a:r>
            <a:r>
              <a:rPr lang="en-US" sz="1100" i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metadata_size: PDFs legítimos têm metadados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substanciais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(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mediana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~250). PDFs de phishing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têm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metadados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quase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nulos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—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criados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de forma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automatizada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sem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metadados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reais.</a:t>
            </a:r>
          </a:p>
          <a:p>
            <a:pPr marL="36195" algn="just">
              <a:lnSpc>
                <a:spcPct val="170000"/>
              </a:lnSpc>
              <a:spcBef>
                <a:spcPct val="20000"/>
              </a:spcBef>
            </a:pPr>
            <a:endParaRPr lang="en-US" sz="11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36195">
              <a:lnSpc>
                <a:spcPct val="170000"/>
              </a:lnSpc>
              <a:spcBef>
                <a:spcPct val="20000"/>
              </a:spcBef>
              <a:defRPr/>
            </a:pP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Fase 1 — </a:t>
            </a:r>
            <a:r>
              <a:rPr lang="en-US" sz="1100" dirty="0" err="1">
                <a:solidFill>
                  <a:schemeClr val="tx2"/>
                </a:solidFill>
                <a:latin typeface="Arial"/>
                <a:ea typeface="+mn-lt"/>
                <a:cs typeface="Arial"/>
              </a:rPr>
              <a:t>Análise</a:t>
            </a: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chemeClr val="tx2"/>
                </a:solidFill>
                <a:latin typeface="Arial"/>
                <a:ea typeface="+mn-lt"/>
                <a:cs typeface="Arial"/>
              </a:rPr>
              <a:t>Exploratória</a:t>
            </a: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 (fase1_outputs/)</a:t>
            </a:r>
            <a:endParaRPr lang="en-US" sz="1100" dirty="0">
              <a:solidFill>
                <a:schemeClr val="tx2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C80835F7-2E50-0827-F861-A9343C49F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4112EB4-E4CB-B1DA-73D6-29238E2B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A9C1E1-D871-8EF8-62D1-583A19433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8D6F5F-7049-D71B-486E-594A40B044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95BC3A45-9354-13E5-B03A-1806C66B3345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C5D4F34B-F08F-D51F-35EF-3BF492CEB964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9" name="Imagem 8" descr="Gráfico, Gráfico de caixa estreita">
            <a:extLst>
              <a:ext uri="{FF2B5EF4-FFF2-40B4-BE49-F238E27FC236}">
                <a16:creationId xmlns:a16="http://schemas.microsoft.com/office/drawing/2014/main" id="{CC236A57-BAED-BD18-8EBE-69D4F40D9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0518" y="1377437"/>
            <a:ext cx="4614948" cy="2307753"/>
          </a:xfrm>
          <a:prstGeom prst="rect">
            <a:avLst/>
          </a:prstGeom>
        </p:spPr>
      </p:pic>
      <p:pic>
        <p:nvPicPr>
          <p:cNvPr id="11" name="Imagem 10" descr="Imagem">
            <a:extLst>
              <a:ext uri="{FF2B5EF4-FFF2-40B4-BE49-F238E27FC236}">
                <a16:creationId xmlns:a16="http://schemas.microsoft.com/office/drawing/2014/main" id="{203C4FB2-5A8C-48C7-C7EA-AC6A1DC75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3865" y="3803801"/>
            <a:ext cx="4611601" cy="231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2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D48A-539A-3E26-5687-62F09A69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47442AB0-ADDF-C4BC-9E58-19C541FA1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1552411-2CA5-D9D0-761B-23E4CD4C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2EEC42-966E-3C35-624C-B91AEF436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8B0721F5-D700-25B7-BCB7-724D19E397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5" name="Text Box 13">
            <a:extLst>
              <a:ext uri="{FF2B5EF4-FFF2-40B4-BE49-F238E27FC236}">
                <a16:creationId xmlns:a16="http://schemas.microsoft.com/office/drawing/2014/main" id="{F45B3665-52D1-7B22-B862-326ECAF3C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3.2. Análise Exploratória de Dados</a:t>
            </a:r>
            <a:endParaRPr lang="pt-PT" sz="2000">
              <a:ea typeface="+mn-lt"/>
              <a:cs typeface="+mn-lt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3042BC-A22E-8331-E3CD-773A4E1725B3}"/>
              </a:ext>
            </a:extLst>
          </p:cNvPr>
          <p:cNvSpPr txBox="1">
            <a:spLocks/>
          </p:cNvSpPr>
          <p:nvPr/>
        </p:nvSpPr>
        <p:spPr>
          <a:xfrm>
            <a:off x="384879" y="1510688"/>
            <a:ext cx="3814873" cy="3543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 pitchFamily="34" charset="0"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cs typeface="Arial"/>
              </a:rPr>
              <a:t>■</a:t>
            </a:r>
            <a:r>
              <a:rPr lang="en-US" sz="1400" i="1" dirty="0">
                <a:latin typeface="Arial"/>
                <a:cs typeface="Arial"/>
              </a:rPr>
              <a:t> </a:t>
            </a:r>
            <a:r>
              <a:rPr lang="en-US" sz="1100" dirty="0" err="1">
                <a:latin typeface="Arial"/>
                <a:ea typeface="+mn-lt"/>
                <a:cs typeface="Arial"/>
              </a:rPr>
              <a:t>Aplicado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KMeans</a:t>
            </a:r>
            <a:r>
              <a:rPr lang="en-US" sz="1100" dirty="0">
                <a:latin typeface="Arial"/>
                <a:ea typeface="+mn-lt"/>
                <a:cs typeface="Arial"/>
              </a:rPr>
              <a:t> com k=2 e </a:t>
            </a:r>
            <a:r>
              <a:rPr lang="en-US" sz="1100" dirty="0" err="1">
                <a:latin typeface="Arial"/>
                <a:ea typeface="+mn-lt"/>
                <a:cs typeface="Arial"/>
              </a:rPr>
              <a:t>StandardScaler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sobre</a:t>
            </a:r>
            <a:r>
              <a:rPr lang="en-US" sz="1100" dirty="0">
                <a:latin typeface="Arial"/>
                <a:ea typeface="+mn-lt"/>
                <a:cs typeface="Arial"/>
              </a:rPr>
              <a:t> as 10 features. </a:t>
            </a:r>
            <a:r>
              <a:rPr lang="en-US" sz="1100" dirty="0" err="1">
                <a:latin typeface="Arial"/>
                <a:ea typeface="+mn-lt"/>
                <a:cs typeface="Arial"/>
              </a:rPr>
              <a:t>Visualização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 2D via PCA. Silhouette Score </a:t>
            </a:r>
            <a:r>
              <a:rPr lang="en-US" sz="1100" dirty="0" err="1">
                <a:latin typeface="Arial"/>
                <a:ea typeface="+mn-lt"/>
                <a:cs typeface="Arial"/>
              </a:rPr>
              <a:t>obtido</a:t>
            </a:r>
            <a:r>
              <a:rPr lang="en-US" sz="1100" dirty="0">
                <a:latin typeface="Arial"/>
                <a:ea typeface="+mn-lt"/>
                <a:cs typeface="Arial"/>
              </a:rPr>
              <a:t>: 0.634 — </a:t>
            </a:r>
            <a:r>
              <a:rPr lang="en-US" sz="1100" dirty="0" err="1">
                <a:latin typeface="Arial"/>
                <a:ea typeface="+mn-lt"/>
                <a:cs typeface="Arial"/>
              </a:rPr>
              <a:t>estrutura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moderada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detetada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nos</a:t>
            </a:r>
            <a:r>
              <a:rPr lang="en-US" sz="1100" dirty="0">
                <a:latin typeface="Arial"/>
                <a:ea typeface="+mn-lt"/>
                <a:cs typeface="Arial"/>
              </a:rPr>
              <a:t> dados.</a:t>
            </a:r>
            <a:endParaRPr lang="en-US" sz="1100" i="1">
              <a:latin typeface="Arial"/>
              <a:ea typeface="+mn-lt"/>
              <a:cs typeface="Arial"/>
            </a:endParaRPr>
          </a:p>
          <a:p>
            <a:pPr marL="36195" marR="0" lvl="0" indent="0" algn="just" defTabSz="914400" rtl="0" eaLnBrk="1" fontAlgn="auto" latinLnBrk="0" hangingPunct="1">
              <a:lnSpc>
                <a:spcPct val="17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11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Calibri"/>
              <a:cs typeface="Arial"/>
            </a:endParaRPr>
          </a:p>
          <a:p>
            <a:pPr algn="just"/>
            <a:r>
              <a:rPr lang="en-US" sz="1100" i="1" dirty="0">
                <a:solidFill>
                  <a:srgbClr val="FFC000"/>
                </a:solidFill>
                <a:latin typeface="Arial"/>
                <a:ea typeface="Calibri"/>
                <a:cs typeface="Arial"/>
              </a:rPr>
              <a:t>■</a:t>
            </a:r>
            <a:r>
              <a:rPr lang="en-US" sz="1100" i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 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A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separação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dos clusters é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dominada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por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outliers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extremos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e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não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reflete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uma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divisão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genuína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entre PDFs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legítimos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e de phishing. A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separação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real entre classes é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feita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pelos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modelos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supervisionados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na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Fase 3.</a:t>
            </a:r>
          </a:p>
          <a:p>
            <a:pPr marL="36195" algn="just">
              <a:lnSpc>
                <a:spcPct val="170000"/>
              </a:lnSpc>
              <a:spcBef>
                <a:spcPct val="20000"/>
              </a:spcBef>
            </a:pPr>
            <a:endParaRPr lang="en-US" sz="11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36195" lvl="0" algn="just">
              <a:lnSpc>
                <a:spcPct val="170000"/>
              </a:lnSpc>
              <a:spcBef>
                <a:spcPct val="20000"/>
              </a:spcBef>
              <a:buFont typeface="Arial" pitchFamily="34" charset="0"/>
            </a:pPr>
            <a:endParaRPr lang="en-US" sz="11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Arial"/>
            </a:endParaRPr>
          </a:p>
          <a:p>
            <a:pPr marL="36195">
              <a:lnSpc>
                <a:spcPct val="170000"/>
              </a:lnSpc>
              <a:spcBef>
                <a:spcPct val="20000"/>
              </a:spcBef>
              <a:defRPr/>
            </a:pP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Fase 1 — </a:t>
            </a:r>
            <a:r>
              <a:rPr lang="en-US" sz="1100" dirty="0" err="1">
                <a:solidFill>
                  <a:schemeClr val="tx2"/>
                </a:solidFill>
                <a:latin typeface="Arial"/>
                <a:ea typeface="+mn-lt"/>
                <a:cs typeface="Arial"/>
              </a:rPr>
              <a:t>Análise</a:t>
            </a: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solidFill>
                  <a:schemeClr val="tx2"/>
                </a:solidFill>
                <a:latin typeface="Arial"/>
                <a:ea typeface="+mn-lt"/>
                <a:cs typeface="Arial"/>
              </a:rPr>
              <a:t>Exploratória</a:t>
            </a:r>
            <a:r>
              <a:rPr lang="en-US" sz="1100" dirty="0">
                <a:solidFill>
                  <a:schemeClr val="tx2"/>
                </a:solidFill>
                <a:latin typeface="Arial"/>
                <a:ea typeface="+mn-lt"/>
                <a:cs typeface="Arial"/>
              </a:rPr>
              <a:t> (fase1_outputs/)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59CC7028-C1B0-7319-A8C2-1C3E19854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3054DEF-EF85-EAFA-760A-A6B553834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4D5465-D48C-39EC-772E-7B290AF1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53FFCCF-F305-78D1-2B68-5E725363A8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B8B1E55C-B605-5516-D6CC-DB93568D8D7E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 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 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 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CFF5107D-B4D3-FA1D-1AE1-591D8C9D98D0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10" name="Imagem 9" descr="Imagem">
            <a:extLst>
              <a:ext uri="{FF2B5EF4-FFF2-40B4-BE49-F238E27FC236}">
                <a16:creationId xmlns:a16="http://schemas.microsoft.com/office/drawing/2014/main" id="{DF81076C-C050-3F94-9801-D85C566EB7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8594" y="1409041"/>
            <a:ext cx="4670536" cy="354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4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98D1AFC-0FD6-4DFA-A381-805A758D4B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1278D2F7-56B7-45D0-B7B2-D3EEBA9CE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3.3. Processamento e Transformação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DC203369-5D33-5FC8-18F5-1418FBB11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67490C5-9B8E-F875-6810-9426AF65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228284-7DCA-D3A9-5F34-7115F7D4C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3585C0-1CCD-D81A-B974-79DD0D9E67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BAB9823-E927-1F9F-7AF3-139F866F67AF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5B067F15-CCC5-ABCD-3661-F595ADED0D82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9" name="Imagem 8" descr="Imagem">
            <a:extLst>
              <a:ext uri="{FF2B5EF4-FFF2-40B4-BE49-F238E27FC236}">
                <a16:creationId xmlns:a16="http://schemas.microsoft.com/office/drawing/2014/main" id="{D63D0810-0C46-3E53-179A-859AE1CE6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6723" y="2163614"/>
            <a:ext cx="4335519" cy="2875643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0981B456-162E-6F12-68F2-6ABA47F55635}"/>
              </a:ext>
            </a:extLst>
          </p:cNvPr>
          <p:cNvGraphicFramePr/>
          <p:nvPr/>
        </p:nvGraphicFramePr>
        <p:xfrm>
          <a:off x="516320" y="1295400"/>
          <a:ext cx="4406081" cy="5178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6026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DA27-B271-4674-9A25-F989F5AB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FA38F0AD-BC04-3451-2EB1-14D343D99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37116F6-6201-14B9-11AD-903D31DD0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82C8B3-28C5-4C37-968A-667D12595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2F1FB7A-527A-1075-95EC-2A6473A963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C2951C04-06C8-A5AB-2FA6-9F8401357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3.3. Processamento e Transformação de Dados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9A7E0B32-7AF1-1B30-E6D7-C7380A949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243982-2DEB-79D3-D08E-69E6419F4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7F9189-CA23-7409-90E1-0F11F9E41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498DA4-16F6-7AB5-59C6-2323CFA128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F1CCD2E4-130A-D283-6C58-D54A4D8B2C34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CDD0371F-D8BF-90FD-F710-098650C26D84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10" name="Imagem 9" descr="Imagem">
            <a:extLst>
              <a:ext uri="{FF2B5EF4-FFF2-40B4-BE49-F238E27FC236}">
                <a16:creationId xmlns:a16="http://schemas.microsoft.com/office/drawing/2014/main" id="{DBCCBA96-4AC2-377E-0993-0EE5C678C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306" y="1714500"/>
            <a:ext cx="3773871" cy="3547241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02914214-612E-0FED-44B6-BDEF5D5B85B0}"/>
              </a:ext>
            </a:extLst>
          </p:cNvPr>
          <p:cNvGraphicFramePr/>
          <p:nvPr/>
        </p:nvGraphicFramePr>
        <p:xfrm>
          <a:off x="516320" y="1295400"/>
          <a:ext cx="4406081" cy="5178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6815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AA55-D762-5978-7A1B-C12B50DF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C0C8FFDA-D674-AD16-20FE-53E631BB8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9A16B96-832D-E3EA-F76A-E1FC81F7A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CB1A24-D0EE-E36C-9447-93CC1E75E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03174BC-AEF7-D1AB-A728-11024B4E9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08DEFDE5-0BBC-7C70-922C-9DE59D8E3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3.4. Seleção de Features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E25E4E51-E77C-321A-6C42-90790F40D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A2FD91E-789D-B8F2-5567-C668E973B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76EABD-82EF-90AC-4BC6-369779F0C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CE47045-C1C9-FB95-EC63-DE9A2AE672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DA33F0DB-A7C7-1594-CD6B-152FC99878DA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DF9F17EA-87A1-F1A3-ADDB-C6C65658958E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9" name="Imagem 8" descr="Imagem">
            <a:extLst>
              <a:ext uri="{FF2B5EF4-FFF2-40B4-BE49-F238E27FC236}">
                <a16:creationId xmlns:a16="http://schemas.microsoft.com/office/drawing/2014/main" id="{47658B72-3818-512D-4696-12BB77D3EB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44" y="3971709"/>
            <a:ext cx="7537887" cy="2392850"/>
          </a:xfrm>
          <a:prstGeom prst="rect">
            <a:avLst/>
          </a:prstGeom>
        </p:spPr>
      </p:pic>
      <p:graphicFrame>
        <p:nvGraphicFramePr>
          <p:cNvPr id="10251" name="Content Placeholder 2">
            <a:extLst>
              <a:ext uri="{FF2B5EF4-FFF2-40B4-BE49-F238E27FC236}">
                <a16:creationId xmlns:a16="http://schemas.microsoft.com/office/drawing/2014/main" id="{B70C915B-9E3C-E52F-DA48-0603A69DDED4}"/>
              </a:ext>
            </a:extLst>
          </p:cNvPr>
          <p:cNvGraphicFramePr/>
          <p:nvPr/>
        </p:nvGraphicFramePr>
        <p:xfrm>
          <a:off x="516320" y="1295400"/>
          <a:ext cx="8179951" cy="2676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568330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D7D6-B451-67C7-0C4B-A7759AF0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892F659C-29A0-D9DD-33E7-89F2E5326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FD1FF35-1337-C472-169A-680A7965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CF793B-DFFD-1AB1-8A7B-379C5AD2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05DE5FE-766F-A08A-B115-7C601972A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A3B50443-A3AE-2B1B-67AA-B5529E3A6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3.5. Fase de Machine Learning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0440B6AC-0652-5A60-7747-8C984571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069830F-D1E2-A323-BA4F-23B9F6DC9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C57820-C7EB-42C4-03D4-9BA644451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1C58C23-110D-63D9-1F42-913473A39C4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384594B8-25A8-B11C-43BA-56699D0F47BE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  <a:p>
            <a:pPr algn="l"/>
            <a:endParaRPr lang="en-US" sz="9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6DF31C98-3132-4962-CEB4-0F87332ED0AC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51" name="Content Placeholder 2">
            <a:extLst>
              <a:ext uri="{FF2B5EF4-FFF2-40B4-BE49-F238E27FC236}">
                <a16:creationId xmlns:a16="http://schemas.microsoft.com/office/drawing/2014/main" id="{E7BF72A4-A723-BAD2-5F28-5F53C6F3C2FF}"/>
              </a:ext>
            </a:extLst>
          </p:cNvPr>
          <p:cNvGraphicFramePr/>
          <p:nvPr/>
        </p:nvGraphicFramePr>
        <p:xfrm>
          <a:off x="516320" y="1295400"/>
          <a:ext cx="8179951" cy="4853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1162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EED6A-EBF7-5A5D-D7B4-9545EAA9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03EA3843-1F66-42DF-3B2A-A087D549F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1A0ACFC-F52E-80A5-3336-CF321B397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BFC07E-DE27-696A-4E7B-8D2020ED1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CA5B90C5-9FF2-E961-4AAE-AD7BB82981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406A8D73-35B4-4BBF-6C15-8943A67FE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3.6. Avaliação dos Modelos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7D2C8481-89FE-E85E-DFB6-3D2DF264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ED03AB5-77F0-455E-B96D-57CBB93C8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061D43-C06A-30F1-A149-C11CDD85E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247A4C4-5E0B-5F32-E3A5-7949A55B19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7E034834-2426-A13C-6398-2BF99290B1E3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/>
                <a:ea typeface="Arial" charset="0"/>
                <a:cs typeface="Arial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A3B3C7C8-F19B-3060-474B-CD104EFD544F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9" name="Imagem 8" descr="Imagem">
            <a:extLst>
              <a:ext uri="{FF2B5EF4-FFF2-40B4-BE49-F238E27FC236}">
                <a16:creationId xmlns:a16="http://schemas.microsoft.com/office/drawing/2014/main" id="{BDC61943-AA92-C148-F7D6-4D6A0E2A0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379" y="3923191"/>
            <a:ext cx="7665983" cy="2371644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CF62B32A-9C73-6414-FF26-34217C8EE815}"/>
              </a:ext>
            </a:extLst>
          </p:cNvPr>
          <p:cNvGraphicFramePr/>
          <p:nvPr/>
        </p:nvGraphicFramePr>
        <p:xfrm>
          <a:off x="516320" y="1295400"/>
          <a:ext cx="8179951" cy="2656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3520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60B3-F709-5CE3-AD06-EC96918B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D75E0616-563C-7C29-6A2F-7CD498FE3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E9187FD-A3B1-6DEF-0188-D27A605E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312367-5441-B49F-8F5A-88202822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8E5731FF-C31C-9B90-86D3-CC2884C7E5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7E21559C-E705-BC6B-B6E7-C3368D92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3.6. Avaliação dos Modelos — Matrizes de Confusão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49BA9574-CC8D-C919-77DF-97EF0D78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609325C-6A08-EE4F-B721-68ECB93C2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FBD948-FD51-CC12-B1C4-24D7FAA87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0FF1AD4-CE7F-5E0B-4FA0-D1D73CD8D35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4A022DA-4B5C-74AE-7BAF-887BA4F9E6AF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92C6AAC8-8941-CAC5-7741-60AC6CC65B87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10" name="Imagem 9" descr="Imagem">
            <a:extLst>
              <a:ext uri="{FF2B5EF4-FFF2-40B4-BE49-F238E27FC236}">
                <a16:creationId xmlns:a16="http://schemas.microsoft.com/office/drawing/2014/main" id="{0451347B-11E2-5874-4B54-32E4E58B3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539" y="3308525"/>
            <a:ext cx="3736196" cy="3007535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F01C6E23-0DEC-F119-12EB-99F5E7D5DF4D}"/>
              </a:ext>
            </a:extLst>
          </p:cNvPr>
          <p:cNvGraphicFramePr/>
          <p:nvPr/>
        </p:nvGraphicFramePr>
        <p:xfrm>
          <a:off x="516320" y="1295400"/>
          <a:ext cx="8179951" cy="201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1234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D559-12CD-E4A7-DCCA-30ABD897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8F90F161-D102-190E-2229-30B16B2EE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6B0BCC8-BF96-5494-8CC5-1E491F68F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6D3A41-835F-5CB7-3AD0-20240CB82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AB6A0E2-3094-5C51-B0AB-AC7119E1B7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6DD5AAD3-75FA-1C2A-C81E-E54ADA3E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3.6. Avaliação dos Modelos — Curvas ROC &amp; Árvore de Decisão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B65F31C8-4755-1B10-1B84-B8472D48F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98C25E2-3F40-F64B-F955-0A400ACEC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94B3FD-6163-9A97-A0D9-DEECFC5AD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76309C4-A846-251D-FF03-ECC1E5B168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1A081EA7-8F0D-D739-084C-46BD89B46F73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62156105-03D5-93A2-C0BE-D9A7F6285E23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9" name="Imagem 8" descr="Imagem">
            <a:extLst>
              <a:ext uri="{FF2B5EF4-FFF2-40B4-BE49-F238E27FC236}">
                <a16:creationId xmlns:a16="http://schemas.microsoft.com/office/drawing/2014/main" id="{D68F5BE9-91E7-8161-6A75-881B761497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456" y="3312729"/>
            <a:ext cx="3320613" cy="23411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2E40835-B733-18BD-85E5-23197642BE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431" y="3430083"/>
            <a:ext cx="5074526" cy="2224714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B0920B98-B38C-9443-704B-60E9431104C2}"/>
              </a:ext>
            </a:extLst>
          </p:cNvPr>
          <p:cNvGraphicFramePr/>
          <p:nvPr/>
        </p:nvGraphicFramePr>
        <p:xfrm>
          <a:off x="516320" y="1295400"/>
          <a:ext cx="8179951" cy="201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8866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BEC9-C746-24DB-28F2-601D48FB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20CA102B-5C05-40FF-251C-B163EE80F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0881316-40C6-9D01-91D9-6ED0968A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DDCAEC-ACF9-20C6-467F-13B4DDDD6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5933F62-D50C-71E9-1BDA-80858B292C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CFC4E0EF-BFA8-86BD-0218-9CB6D1BBB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4. Resultados — Simulação de Classificação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C0EC4838-DEE3-8A55-9820-8E3A17B46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50F8E4D-98C0-9E98-466F-E95556B84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AACB876-4EA1-DAC1-F27D-134F9050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70B46F-CB68-1246-C58E-93F0A44940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76814956-99FC-F35B-B4D5-C2FD471D7389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A57A4375-4DCF-AA0E-61EC-4C8878653064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pic>
        <p:nvPicPr>
          <p:cNvPr id="10" name="Imagem 9" descr="Imagem">
            <a:extLst>
              <a:ext uri="{FF2B5EF4-FFF2-40B4-BE49-F238E27FC236}">
                <a16:creationId xmlns:a16="http://schemas.microsoft.com/office/drawing/2014/main" id="{9FFC8244-4B12-26BD-74E3-03548700A9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5050" y="3701698"/>
            <a:ext cx="4213932" cy="2747512"/>
          </a:xfrm>
          <a:prstGeom prst="rect">
            <a:avLst/>
          </a:prstGeom>
        </p:spPr>
      </p:pic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FEE5134F-C4E5-F439-DFC2-C55831B70A01}"/>
              </a:ext>
            </a:extLst>
          </p:cNvPr>
          <p:cNvGraphicFramePr/>
          <p:nvPr/>
        </p:nvGraphicFramePr>
        <p:xfrm>
          <a:off x="516320" y="1295400"/>
          <a:ext cx="8190734" cy="2555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856096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B349-6ECA-B56E-76BB-B7755588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>
            <a:extLst>
              <a:ext uri="{FF2B5EF4-FFF2-40B4-BE49-F238E27FC236}">
                <a16:creationId xmlns:a16="http://schemas.microsoft.com/office/drawing/2014/main" id="{0ED251A8-69E4-C906-32BF-17A5DEBA5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E24B27E-FC9F-B528-7888-C2608973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B299A4-9629-9982-4FEA-B48EA383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169E3A6-A2E8-F3AD-69C6-103A844B39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14" name="Text Box 13">
            <a:extLst>
              <a:ext uri="{FF2B5EF4-FFF2-40B4-BE49-F238E27FC236}">
                <a16:creationId xmlns:a16="http://schemas.microsoft.com/office/drawing/2014/main" id="{B5C73EE2-E9C5-620B-80CD-2336C3E0B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>
                <a:effectLst>
                  <a:outerShdw blurRad="38100" dist="38100" dir="2700000" algn="tl">
                    <a:srgbClr val="C0C0C0"/>
                  </a:outerShdw>
                </a:effectLst>
                <a:ea typeface="+mn-lt"/>
                <a:cs typeface="+mn-lt"/>
              </a:rPr>
              <a:t>5. Conclusões</a:t>
            </a:r>
            <a:endParaRPr lang="pt-PT" sz="2000">
              <a:effectLst>
                <a:outerShdw blurRad="38100" dist="38100" dir="2700000" algn="tl">
                  <a:srgbClr val="C0C0C0"/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6C4C9154-9A67-4D1F-6D16-741992CA6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3B1058B-C2D9-FEF2-C186-CD20DF1C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5BF8B8-6C58-127E-023B-33070E5C4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C207987-C418-6626-1E86-67136A8E7B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0CCDF76-A0D2-AF57-8DAB-9918BD77DB04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50D55029-A61D-20D5-5452-089DB3907AEF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  <p:graphicFrame>
        <p:nvGraphicFramePr>
          <p:cNvPr id="10249" name="Content Placeholder 2">
            <a:extLst>
              <a:ext uri="{FF2B5EF4-FFF2-40B4-BE49-F238E27FC236}">
                <a16:creationId xmlns:a16="http://schemas.microsoft.com/office/drawing/2014/main" id="{6D34E3D5-2A00-7C62-15C2-CD23393DD7A0}"/>
              </a:ext>
            </a:extLst>
          </p:cNvPr>
          <p:cNvGraphicFramePr/>
          <p:nvPr/>
        </p:nvGraphicFramePr>
        <p:xfrm>
          <a:off x="516320" y="1295400"/>
          <a:ext cx="8179951" cy="5001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2717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98D1AFC-0FD6-4DFA-A381-805A758D4B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047" y="81007"/>
            <a:ext cx="2689589" cy="668346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AFE5E9-FF8C-4E23-82DD-8EFF5596852B}"/>
              </a:ext>
            </a:extLst>
          </p:cNvPr>
          <p:cNvSpPr txBox="1">
            <a:spLocks/>
          </p:cNvSpPr>
          <p:nvPr/>
        </p:nvSpPr>
        <p:spPr>
          <a:xfrm>
            <a:off x="511115" y="2298349"/>
            <a:ext cx="7909259" cy="2265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6195" algn="just">
              <a:lnSpc>
                <a:spcPct val="170000"/>
              </a:lnSpc>
              <a:spcBef>
                <a:spcPct val="20000"/>
              </a:spcBef>
              <a:buFont typeface="Arial" pitchFamily="34" charset="0"/>
              <a:defRPr/>
            </a:pPr>
            <a:r>
              <a:rPr lang="en-US" sz="1100">
                <a:solidFill>
                  <a:srgbClr val="000000"/>
                </a:solidFill>
                <a:latin typeface="Arial"/>
                <a:ea typeface="+mn-lt"/>
                <a:cs typeface="Arial"/>
              </a:rPr>
              <a:t>  Web site with information about the dataset: </a:t>
            </a:r>
            <a:r>
              <a:rPr lang="en-US" sz="1100">
                <a:solidFill>
                  <a:srgbClr val="000000"/>
                </a:solidFill>
                <a:ea typeface="+mn-lt"/>
                <a:cs typeface="+mn-lt"/>
              </a:rPr>
              <a:t>https://www.unb.ca/cic/datasets/trap4phish2025.html </a:t>
            </a:r>
            <a:endParaRPr lang="en-US" sz="1100" b="1">
              <a:solidFill>
                <a:srgbClr val="1F497D"/>
              </a:solidFill>
              <a:latin typeface="Arial"/>
              <a:ea typeface="+mn-lt"/>
              <a:cs typeface="Arial"/>
            </a:endParaRPr>
          </a:p>
          <a:p>
            <a:pPr marL="36195" algn="just">
              <a:lnSpc>
                <a:spcPct val="170000"/>
              </a:lnSpc>
              <a:spcBef>
                <a:spcPct val="20000"/>
              </a:spcBef>
              <a:buFont typeface="Arial" pitchFamily="34" charset="0"/>
              <a:defRPr/>
            </a:pPr>
            <a:r>
              <a:rPr lang="en-US" sz="1100" i="1" dirty="0">
                <a:solidFill>
                  <a:srgbClr val="FFC000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US" sz="1100" b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Source </a:t>
            </a:r>
            <a:r>
              <a:rPr lang="en-US" sz="11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: </a:t>
            </a:r>
            <a:r>
              <a:rPr lang="en-US" sz="1100">
                <a:solidFill>
                  <a:srgbClr val="000000"/>
                </a:solidFill>
                <a:latin typeface="Arial"/>
                <a:ea typeface="+mn-lt"/>
                <a:cs typeface="Arial"/>
              </a:rPr>
              <a:t>Canadian Institute for Cybersecurity (CIC) — CIC-Trap4Phish 2025</a:t>
            </a:r>
            <a:endParaRPr lang="en-US" sz="1100" b="1">
              <a:solidFill>
                <a:schemeClr val="tx2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1278D2F7-56B7-45D0-B7B2-D3EEBA9CE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3.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References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DC203369-5D33-5FC8-18F5-1418FBB11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67490C5-9B8E-F875-6810-9426AF65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228284-7DCA-D3A9-5F34-7115F7D4C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3585C0-1CCD-D81A-B974-79DD0D9E67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BAB9823-E927-1F9F-7AF3-139F866F67AF}"/>
              </a:ext>
            </a:extLst>
          </p:cNvPr>
          <p:cNvSpPr txBox="1">
            <a:spLocks/>
          </p:cNvSpPr>
          <p:nvPr/>
        </p:nvSpPr>
        <p:spPr>
          <a:xfrm>
            <a:off x="836016" y="6524516"/>
            <a:ext cx="8041557" cy="2248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@2026, 35680– IÚRI SOUSA | 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Data Analysis and </a:t>
            </a:r>
            <a:r>
              <a:rPr lang="en-US" sz="900" b="1" dirty="0" err="1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Cyberintelligence</a:t>
            </a:r>
            <a:r>
              <a:rPr lang="en-US" sz="900" b="1" dirty="0">
                <a:solidFill>
                  <a:srgbClr val="C00000"/>
                </a:solidFill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 </a:t>
            </a:r>
            <a:r>
              <a:rPr lang="en-US" sz="900" dirty="0">
                <a:highlight>
                  <a:srgbClr val="F5F5F5"/>
                </a:highlight>
                <a:latin typeface="Arial" charset="0"/>
                <a:ea typeface="Arial" charset="0"/>
                <a:cs typeface="Arial" charset="0"/>
              </a:rPr>
              <a:t>– Academic Year 2025/2026</a:t>
            </a:r>
          </a:p>
        </p:txBody>
      </p:sp>
      <p:sp>
        <p:nvSpPr>
          <p:cNvPr id="8" name="Rectângulo 19">
            <a:extLst>
              <a:ext uri="{FF2B5EF4-FFF2-40B4-BE49-F238E27FC236}">
                <a16:creationId xmlns:a16="http://schemas.microsoft.com/office/drawing/2014/main" id="{2226851F-4C2C-F345-BFB7-2320F5305930}"/>
              </a:ext>
            </a:extLst>
          </p:cNvPr>
          <p:cNvSpPr/>
          <p:nvPr/>
        </p:nvSpPr>
        <p:spPr>
          <a:xfrm>
            <a:off x="5535613" y="610184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00FFFF"/>
                </a:highlight>
              </a:rPr>
              <a:t>MASTERS IN CYBERSECURITY</a:t>
            </a:r>
            <a:endParaRPr lang="pt-PT" sz="11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0210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4308</TotalTime>
  <Words>283</Words>
  <Application>Microsoft Office PowerPoint</Application>
  <PresentationFormat>Apresentação na tela (4:3)</PresentationFormat>
  <Paragraphs>59</Paragraphs>
  <Slides>20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MASTERS IN CYBERSECURITY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JORGE RIBEIRO</cp:lastModifiedBy>
  <cp:revision>815</cp:revision>
  <cp:lastPrinted>2021-02-22T18:49:33Z</cp:lastPrinted>
  <dcterms:created xsi:type="dcterms:W3CDTF">2011-05-31T09:21:51Z</dcterms:created>
  <dcterms:modified xsi:type="dcterms:W3CDTF">2026-05-03T19:20:55Z</dcterms:modified>
</cp:coreProperties>
</file>